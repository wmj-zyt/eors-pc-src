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72" r:id="rId4"/>
    <p:sldMasterId id="2147483675" r:id="rId5"/>
    <p:sldMasterId id="2147483687" r:id="rId6"/>
  </p:sldMasterIdLst>
  <p:notesMasterIdLst>
    <p:notesMasterId r:id="rId8"/>
  </p:notes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568" userDrawn="1">
          <p15:clr>
            <a:srgbClr val="747775"/>
          </p15:clr>
        </p15:guide>
        <p15:guide id="2" pos="292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568"/>
        <p:guide pos="292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2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8" Type="http://schemas.openxmlformats.org/officeDocument/2006/relationships/tableStyles" Target="tableStyles.xml"/><Relationship Id="rId37" Type="http://schemas.openxmlformats.org/officeDocument/2006/relationships/viewProps" Target="viewProps.xml"/><Relationship Id="rId36" Type="http://schemas.openxmlformats.org/officeDocument/2006/relationships/presProps" Target="presProps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0" Type="http://schemas.openxmlformats.org/officeDocument/2006/relationships/slide" Target="slides/slide13.xml"/><Relationship Id="rId2" Type="http://schemas.openxmlformats.org/officeDocument/2006/relationships/theme" Target="theme/theme1.xml"/><Relationship Id="rId19" Type="http://schemas.openxmlformats.org/officeDocument/2006/relationships/slide" Target="slides/slide12.xml"/><Relationship Id="rId18" Type="http://schemas.openxmlformats.org/officeDocument/2006/relationships/slide" Target="slides/slide11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defRPr sz="1400" b="0" i="0" u="none" strike="noStrike"/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4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defRPr sz="1400" b="0" i="0" u="none" strike="noStrike"/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4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defRPr sz="1400" b="0" i="0" u="none" strike="noStrike"/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4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defRPr sz="1400" b="0" i="0" u="none" strike="noStrike"/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4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defRPr sz="1400" b="0" i="0" u="none" strike="noStrike"/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4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defRPr sz="1400" b="0" i="0" u="none" strike="noStrike"/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4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defRPr sz="1400" b="0" i="0" u="none" strike="noStrike"/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4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defRPr sz="1400" b="0" i="0" u="none" strike="noStrike"/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4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defRPr sz="1400" b="0" i="0" u="none" strike="noStrike"/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4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defRPr sz="1400" b="0" i="0" u="none" strike="noStrike"/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4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defRPr sz="1400" b="0" i="0" u="none" strike="noStrike"/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4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defRPr sz="1400" b="0" i="0" u="none" strike="noStrike"/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4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defRPr sz="1400" b="0" i="0" u="none" strike="noStrike"/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4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defRPr sz="1400" b="0" i="0" u="none" strike="noStrike"/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4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defRPr sz="1400" b="0" i="0" u="none" strike="noStrike"/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4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defRPr sz="1400" b="0" i="0" u="none" strike="noStrike"/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4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defRPr sz="1400" b="0" i="0" u="none" strike="noStrike"/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4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defRPr sz="1400" b="0" i="0" u="none" strike="noStrike"/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4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defRPr sz="1400" b="0" i="0" u="none" strike="noStrike"/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4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defRPr sz="1400" b="0" i="0" u="none" strike="noStrike"/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4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defRPr sz="1400" b="0" i="0" u="none" strike="noStrike"/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4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defRPr sz="1400" b="0" i="0" u="none" strike="noStrike"/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4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defRPr sz="1400" b="0" i="0" u="none" strike="noStrike"/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4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defRPr sz="1400" b="0" i="0" u="none" strike="noStrike"/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4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defRPr sz="1400" b="0" i="0" u="none" strike="noStrike"/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4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defRPr sz="1400" b="0" i="0" u="none" strike="noStrike"/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4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defRPr sz="1400" b="0" i="0" u="none" strike="noStrike"/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4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defRPr sz="1400" b="0" i="0" u="none" strike="noStrike"/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4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6" hasCustomPrompt="1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ctr">
              <a:lnSpc>
                <a:spcPct val="92000"/>
              </a:lnSpc>
              <a:defRPr sz="45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92000"/>
              </a:lnSpc>
            </a:pPr>
            <a:r>
              <a:rPr lang="en-US" sz="45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45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7" hasCustomPrompt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ctr">
              <a:lnSpc>
                <a:spcPct val="92000"/>
              </a:lnSpc>
              <a:defRPr sz="18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457200" indent="-361950" algn="ctr">
              <a:lnSpc>
                <a:spcPct val="92000"/>
              </a:lnSpc>
              <a:spcBef>
                <a:spcPts val="800"/>
              </a:spcBef>
            </a:pPr>
            <a:r>
              <a:rPr lang="en-US" sz="1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subtitle</a:t>
            </a:r>
            <a:endParaRPr lang="en-US" sz="18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8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9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10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4A0814CF-367A-4618-8AC9-12E5954D5DC0}" type="slidenum"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11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33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12" hasCustomPrompt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13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14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15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F6C91509-34A0-4ECB-B4CD-7933AF79CBD7}" type="slidenum"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16" hasCustomPrompt="1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45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45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45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17" hasCustomPrompt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18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8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8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18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19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20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34F0FF36-00A8-4842-9AD5-13689DB058C7}" type="slidenum"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21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33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22" hasCustomPrompt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23" hasCustomPrompt="1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24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25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" name="AutoShape 7"/>
          <p:cNvSpPr/>
          <p:nvPr>
            <p:ph type="body" sz="quarter" idx="26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F012B6F5-822A-4EAA-AE52-8393735D097F}" type="slidenum"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27" hasCustomPrompt="1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33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28" hasCustomPrompt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18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800" b="1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800" b="1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29" hasCustomPrompt="1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30" hasCustomPrompt="1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18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800" b="1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800" b="1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31" hasCustomPrompt="1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" name="AutoShape 7"/>
          <p:cNvSpPr/>
          <p:nvPr>
            <p:ph type="body" sz="quarter" idx="32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" name="AutoShape 8"/>
          <p:cNvSpPr/>
          <p:nvPr>
            <p:ph type="body" sz="quarter" idx="33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" name="AutoShape 9"/>
          <p:cNvSpPr/>
          <p:nvPr>
            <p:ph type="body" sz="quarter" idx="34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CCC772D4-3C3D-4BE0-B311-0BCD0CF435DE}" type="slidenum"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35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33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36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37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38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2969DC07-ED0D-4B00-A477-A3139DBCCE5F}" type="slidenum"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39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40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41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1D5E1FB2-7070-4105-9319-1019BE45ED1E}" type="slidenum"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42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24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24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43" hasCustomPrompt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457200" indent="-381000" algn="l">
              <a:lnSpc>
                <a:spcPct val="92000"/>
              </a:lnSpc>
              <a:spcBef>
                <a:spcPts val="800"/>
              </a:spcBef>
            </a:pPr>
            <a:r>
              <a:rPr lang="en-US" sz="2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24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44" hasCustomPrompt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45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46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" name="AutoShape 7"/>
          <p:cNvSpPr/>
          <p:nvPr>
            <p:ph type="body" sz="quarter" idx="47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832516DF-AA40-445E-BDA4-E378F78FE9C6}" type="slidenum"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48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24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24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pic" sz="quarter" idx="49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</a:p>
        </p:txBody>
      </p:sp>
      <p:sp>
        <p:nvSpPr>
          <p:cNvPr id="4" name="AutoShape 4"/>
          <p:cNvSpPr/>
          <p:nvPr>
            <p:ph type="body" sz="quarter" idx="50" hasCustomPrompt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51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52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" name="AutoShape 7"/>
          <p:cNvSpPr/>
          <p:nvPr>
            <p:ph type="body" sz="quarter" idx="53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EEBAF318-EEBE-43DE-95D8-DA55E2FA2F76}" type="slidenum"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54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33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55" hasCustomPrompt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56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57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58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D0DE0B9E-2618-4B34-9FEE-8C0F26334D4C}" type="slidenum"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59" hasCustomPrompt="1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33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60" hasCustomPrompt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61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ph type="body" sz="quarter" idx="62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63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B6C789CE-971B-4F2C-8CFF-4334A7373F1D}" type="slidenum"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64" hasCustomPrompt="1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4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65" hasCustomPrompt="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14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66" hasCustomPrompt="1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000000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l">
              <a:lnSpc>
                <a:spcPct val="100000"/>
              </a:lnSpc>
            </a:pPr>
            <a:fld id="{88353902-7E50-4AEF-A32F-B16E241873E7}" type="slidenum">
              <a:rPr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14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72" hasCustomPrompt="1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Autofit/>
          </a:bodyPr>
          <a:lstStyle>
            <a:lvl1pPr algn="ctr">
              <a:lnSpc>
                <a:spcPct val="92000"/>
              </a:lnSpc>
              <a:defRPr sz="6000" b="0" i="0" u="none" strike="noStrike" spc="0">
                <a:solidFill>
                  <a:srgbClr val="000000">
                    <a:alpha val="100000"/>
                  </a:srgbClr>
                </a:solidFill>
                <a:latin typeface="等线 Light" panose="02010600030101010101" charset="-122"/>
              </a:defRPr>
            </a:lvl1pPr>
          </a:lstStyle>
          <a:p>
            <a:pPr marL="0" indent="0" algn="ctr">
              <a:lnSpc>
                <a:spcPct val="92000"/>
              </a:lnSpc>
            </a:pPr>
            <a:r>
              <a:rPr lang="en-US" sz="6000" b="0" i="0" u="none" strike="noStrike">
                <a:solidFill>
                  <a:srgbClr val="000000"/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  <a:sym typeface="等线 Light" panose="02010600030101010101" charset="-122"/>
              </a:rPr>
              <a:t>单击此处编辑母版标题样式</a:t>
            </a:r>
            <a:endParaRPr lang="en-US" sz="6000" b="0" i="0" u="none" strike="noStrike">
              <a:solidFill>
                <a:srgbClr val="000000"/>
              </a:solidFill>
              <a:latin typeface="等线 Light" panose="02010600030101010101" charset="-122"/>
              <a:ea typeface="等线 Light" panose="02010600030101010101" charset="-122"/>
              <a:cs typeface="等线 Light" panose="02010600030101010101" charset="-122"/>
              <a:sym typeface="等线 Light" panose="02010600030101010101" charset="-122"/>
            </a:endParaRPr>
          </a:p>
        </p:txBody>
      </p:sp>
      <p:sp>
        <p:nvSpPr>
          <p:cNvPr id="3" name="AutoShape 3"/>
          <p:cNvSpPr/>
          <p:nvPr>
            <p:ph type="body" sz="quarter" idx="73" hasCustomPrompt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rmAutofit/>
          </a:bodyPr>
          <a:lstStyle>
            <a:lvl1pPr algn="ctr">
              <a:lnSpc>
                <a:spcPct val="92000"/>
              </a:lnSpc>
              <a:defRPr sz="2400" b="0" i="0" u="none" strike="noStrike" spc="0">
                <a:solidFill>
                  <a:srgbClr val="000000">
                    <a:alpha val="100000"/>
                  </a:srgbClr>
                </a:solidFill>
                <a:latin typeface="思源黑体 CN Normal"/>
              </a:defRPr>
            </a:lvl1pPr>
          </a:lstStyle>
          <a:p>
            <a:pPr marL="0" indent="0" algn="ctr">
              <a:lnSpc>
                <a:spcPct val="92000"/>
              </a:lnSpc>
              <a:spcBef>
                <a:spcPts val="1000"/>
              </a:spcBef>
            </a:pPr>
            <a:r>
              <a:rPr lang="en-US" sz="2400" b="0" i="0" u="none" strike="noStrike">
                <a:solidFill>
                  <a:srgbClr val="000000"/>
                </a:solidFill>
                <a:latin typeface="思源黑体 CN Normal"/>
                <a:ea typeface="思源黑体 CN Normal"/>
                <a:cs typeface="思源黑体 CN Normal"/>
                <a:sym typeface="思源黑体 CN Normal"/>
              </a:rPr>
              <a:t>单击此处编辑母版副标题样式</a:t>
            </a:r>
            <a:endParaRPr lang="en-US" sz="2400" b="0" i="0" u="none" strike="noStrike">
              <a:solidFill>
                <a:srgbClr val="000000"/>
              </a:solidFill>
              <a:latin typeface="思源黑体 CN Normal"/>
              <a:ea typeface="思源黑体 CN Normal"/>
              <a:cs typeface="思源黑体 CN Normal"/>
              <a:sym typeface="思源黑体 CN Normal"/>
            </a:endParaRPr>
          </a:p>
        </p:txBody>
      </p:sp>
      <p:sp>
        <p:nvSpPr>
          <p:cNvPr id="4" name="AutoShape 4"/>
          <p:cNvSpPr/>
          <p:nvPr>
            <p:ph type="body" sz="quarter" idx="74" hasCustomPrompt="1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思源黑体 CN Normal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思源黑体 CN Normal"/>
                <a:ea typeface="思源黑体 CN Normal"/>
                <a:cs typeface="思源黑体 CN Normal"/>
                <a:sym typeface="思源黑体 CN Normal"/>
              </a:rPr>
              <a:t>2022/12/3</a:t>
            </a:r>
            <a:endParaRPr lang="en-US" sz="1200" b="0" i="0" u="none" strike="noStrike">
              <a:solidFill>
                <a:srgbClr val="898989"/>
              </a:solidFill>
              <a:latin typeface="思源黑体 CN Normal"/>
              <a:ea typeface="思源黑体 CN Normal"/>
              <a:cs typeface="思源黑体 CN Normal"/>
              <a:sym typeface="思源黑体 CN Normal"/>
            </a:endParaRPr>
          </a:p>
        </p:txBody>
      </p:sp>
      <p:sp>
        <p:nvSpPr>
          <p:cNvPr id="5" name="AutoShape 5"/>
          <p:cNvSpPr/>
          <p:nvPr>
            <p:ph type="body" sz="quarter" idx="75" hasCustomPrompt="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思源黑体 CN Normal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思源黑体 CN Normal"/>
                <a:ea typeface="思源黑体 CN Normal"/>
                <a:cs typeface="思源黑体 CN Normal"/>
                <a:sym typeface="思源黑体 CN Normal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思源黑体 CN Normal"/>
              <a:ea typeface="思源黑体 CN Normal"/>
              <a:cs typeface="思源黑体 CN Normal"/>
              <a:sym typeface="思源黑体 CN Normal"/>
            </a:endParaRPr>
          </a:p>
        </p:txBody>
      </p:sp>
      <p:sp>
        <p:nvSpPr>
          <p:cNvPr id="6" name="AutoShape 6"/>
          <p:cNvSpPr/>
          <p:nvPr>
            <p:ph type="body" sz="quarter" idx="76" hasCustomPrompt="1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思源黑体 CN Norm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D79D64A4-169A-4442-88F0-B73EA025BE99}" type="slidenum">
              <a:rPr sz="1200" b="0" i="0" u="none" strike="noStrike">
                <a:solidFill>
                  <a:srgbClr val="898989"/>
                </a:solidFill>
                <a:latin typeface="思源黑体 CN Normal"/>
                <a:ea typeface="思源黑体 CN Normal"/>
                <a:cs typeface="思源黑体 CN Normal"/>
                <a:sym typeface="思源黑体 CN Normal"/>
              </a:rPr>
            </a:fld>
            <a:endParaRPr sz="1200" b="0" i="0" u="none" strike="noStrike">
              <a:solidFill>
                <a:srgbClr val="898989"/>
              </a:solidFill>
              <a:latin typeface="思源黑体 CN Normal"/>
              <a:ea typeface="思源黑体 CN Normal"/>
              <a:cs typeface="思源黑体 CN Normal"/>
              <a:sym typeface="思源黑体 CN Normal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77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l">
              <a:lnSpc>
                <a:spcPct val="92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等线 Light" panose="02010600030101010101" charset="-122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  <a:sym typeface="等线 Light" panose="02010600030101010101" charset="-122"/>
              </a:rPr>
              <a:t>单击此处编辑母版标题样式</a:t>
            </a:r>
            <a:endParaRPr lang="en-US" sz="4400" b="0" i="0" u="none" strike="noStrike">
              <a:solidFill>
                <a:srgbClr val="000000"/>
              </a:solidFill>
              <a:latin typeface="等线 Light" panose="02010600030101010101" charset="-122"/>
              <a:ea typeface="等线 Light" panose="02010600030101010101" charset="-122"/>
              <a:cs typeface="等线 Light" panose="02010600030101010101" charset="-122"/>
              <a:sym typeface="等线 Light" panose="02010600030101010101" charset="-122"/>
            </a:endParaRPr>
          </a:p>
        </p:txBody>
      </p:sp>
      <p:sp>
        <p:nvSpPr>
          <p:cNvPr id="3" name="AutoShape 3"/>
          <p:cNvSpPr/>
          <p:nvPr>
            <p:ph type="body" sz="quarter" idx="78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rmAutofit/>
          </a:bodyPr>
          <a:lstStyle>
            <a:lvl1pPr marL="584200" indent="-355600" algn="l">
              <a:lnSpc>
                <a:spcPct val="92000"/>
              </a:lnSpc>
              <a:defRPr sz="2800" b="0" i="0" u="none" strike="noStrike" spc="0">
                <a:solidFill>
                  <a:srgbClr val="000000">
                    <a:alpha val="100000"/>
                  </a:srgbClr>
                </a:solidFill>
                <a:latin typeface="思源黑体 CN Normal"/>
              </a:defRPr>
            </a:lvl1pPr>
            <a:lvl2pPr/>
            <a:lvl3pPr/>
            <a:lvl4pPr/>
            <a:lvl5pPr/>
            <a:lvl6pPr/>
            <a:lvl7pPr/>
            <a:lvl8pPr/>
            <a:lvl9pPr/>
          </a:lstStyle>
          <a:p>
            <a:pPr marL="228600" indent="-228600" algn="l">
              <a:lnSpc>
                <a:spcPct val="92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i="0" u="none" strike="noStrike">
                <a:solidFill>
                  <a:srgbClr val="000000"/>
                </a:solidFill>
                <a:latin typeface="思源黑体 CN Normal"/>
                <a:ea typeface="思源黑体 CN Normal"/>
                <a:cs typeface="思源黑体 CN Normal"/>
                <a:sym typeface="思源黑体 CN Normal"/>
              </a:rPr>
              <a:t>单击此处编辑母版文本样式</a:t>
            </a:r>
            <a:endParaRPr lang="en-US" sz="2800" b="0" i="0" u="none" strike="noStrike">
              <a:solidFill>
                <a:srgbClr val="000000"/>
              </a:solidFill>
              <a:latin typeface="思源黑体 CN Normal"/>
              <a:ea typeface="思源黑体 CN Normal"/>
              <a:cs typeface="思源黑体 CN Normal"/>
              <a:sym typeface="思源黑体 CN Normal"/>
            </a:endParaRPr>
          </a:p>
          <a:p>
            <a:pPr marL="685800" lvl="1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思源黑体 CN Normal"/>
                <a:ea typeface="思源黑体 CN Normal"/>
                <a:cs typeface="思源黑体 CN Normal"/>
                <a:sym typeface="思源黑体 CN Normal"/>
              </a:rPr>
              <a:t>二级</a:t>
            </a:r>
            <a:endParaRPr lang="en-US" sz="2400" b="0" i="0" u="none" strike="noStrike">
              <a:solidFill>
                <a:srgbClr val="000000"/>
              </a:solidFill>
              <a:latin typeface="思源黑体 CN Normal"/>
              <a:ea typeface="思源黑体 CN Normal"/>
              <a:cs typeface="思源黑体 CN Normal"/>
              <a:sym typeface="思源黑体 CN Normal"/>
            </a:endParaRPr>
          </a:p>
          <a:p>
            <a:pPr marL="1143000" lvl="2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000" b="0" i="0" u="none" strike="noStrike">
                <a:solidFill>
                  <a:srgbClr val="000000"/>
                </a:solidFill>
                <a:latin typeface="思源黑体 CN Normal"/>
                <a:ea typeface="思源黑体 CN Normal"/>
                <a:cs typeface="思源黑体 CN Normal"/>
                <a:sym typeface="思源黑体 CN Normal"/>
              </a:rPr>
              <a:t>三级</a:t>
            </a:r>
            <a:endParaRPr lang="en-US" sz="2000" b="0" i="0" u="none" strike="noStrike">
              <a:solidFill>
                <a:srgbClr val="000000"/>
              </a:solidFill>
              <a:latin typeface="思源黑体 CN Normal"/>
              <a:ea typeface="思源黑体 CN Normal"/>
              <a:cs typeface="思源黑体 CN Normal"/>
              <a:sym typeface="思源黑体 CN Normal"/>
            </a:endParaRPr>
          </a:p>
          <a:p>
            <a:pPr marL="1600200" lvl="3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思源黑体 CN Normal"/>
                <a:ea typeface="思源黑体 CN Normal"/>
                <a:cs typeface="思源黑体 CN Normal"/>
                <a:sym typeface="思源黑体 CN Normal"/>
              </a:rPr>
              <a:t>四级</a:t>
            </a:r>
            <a:endParaRPr lang="en-US" sz="1800" b="0" i="0" u="none" strike="noStrike">
              <a:solidFill>
                <a:srgbClr val="000000"/>
              </a:solidFill>
              <a:latin typeface="思源黑体 CN Normal"/>
              <a:ea typeface="思源黑体 CN Normal"/>
              <a:cs typeface="思源黑体 CN Normal"/>
              <a:sym typeface="思源黑体 CN Normal"/>
            </a:endParaRPr>
          </a:p>
          <a:p>
            <a:pPr marL="2057400" lvl="4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思源黑体 CN Normal"/>
                <a:ea typeface="思源黑体 CN Normal"/>
                <a:cs typeface="思源黑体 CN Normal"/>
                <a:sym typeface="思源黑体 CN Normal"/>
              </a:rPr>
              <a:t>五级</a:t>
            </a:r>
            <a:endParaRPr lang="en-US" sz="1800" b="0" i="0" u="none" strike="noStrike">
              <a:solidFill>
                <a:srgbClr val="000000"/>
              </a:solidFill>
              <a:latin typeface="思源黑体 CN Normal"/>
              <a:ea typeface="思源黑体 CN Normal"/>
              <a:cs typeface="思源黑体 CN Normal"/>
              <a:sym typeface="思源黑体 CN Normal"/>
            </a:endParaRPr>
          </a:p>
        </p:txBody>
      </p:sp>
      <p:sp>
        <p:nvSpPr>
          <p:cNvPr id="4" name="AutoShape 4"/>
          <p:cNvSpPr/>
          <p:nvPr>
            <p:ph type="body" sz="quarter" idx="79" hasCustomPrompt="1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思源黑体 CN Normal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思源黑体 CN Normal"/>
                <a:ea typeface="思源黑体 CN Normal"/>
                <a:cs typeface="思源黑体 CN Normal"/>
                <a:sym typeface="思源黑体 CN Normal"/>
              </a:rPr>
              <a:t>2022/12/3</a:t>
            </a:r>
            <a:endParaRPr lang="en-US" sz="1200" b="0" i="0" u="none" strike="noStrike">
              <a:solidFill>
                <a:srgbClr val="898989"/>
              </a:solidFill>
              <a:latin typeface="思源黑体 CN Normal"/>
              <a:ea typeface="思源黑体 CN Normal"/>
              <a:cs typeface="思源黑体 CN Normal"/>
              <a:sym typeface="思源黑体 CN Normal"/>
            </a:endParaRPr>
          </a:p>
        </p:txBody>
      </p:sp>
      <p:sp>
        <p:nvSpPr>
          <p:cNvPr id="5" name="AutoShape 5"/>
          <p:cNvSpPr/>
          <p:nvPr>
            <p:ph type="body" sz="quarter" idx="80" hasCustomPrompt="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思源黑体 CN Normal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思源黑体 CN Normal"/>
                <a:ea typeface="思源黑体 CN Normal"/>
                <a:cs typeface="思源黑体 CN Normal"/>
                <a:sym typeface="思源黑体 CN Normal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思源黑体 CN Normal"/>
              <a:ea typeface="思源黑体 CN Normal"/>
              <a:cs typeface="思源黑体 CN Normal"/>
              <a:sym typeface="思源黑体 CN Normal"/>
            </a:endParaRPr>
          </a:p>
        </p:txBody>
      </p:sp>
      <p:sp>
        <p:nvSpPr>
          <p:cNvPr id="6" name="AutoShape 6"/>
          <p:cNvSpPr/>
          <p:nvPr>
            <p:ph type="body" sz="quarter" idx="81" hasCustomPrompt="1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思源黑体 CN Norm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74E5FD14-5760-4C01-A0ED-527248786F23}" type="slidenum">
              <a:rPr sz="1200" b="0" i="0" u="none" strike="noStrike">
                <a:solidFill>
                  <a:srgbClr val="898989"/>
                </a:solidFill>
                <a:latin typeface="思源黑体 CN Normal"/>
                <a:ea typeface="思源黑体 CN Normal"/>
                <a:cs typeface="思源黑体 CN Normal"/>
                <a:sym typeface="思源黑体 CN Normal"/>
              </a:rPr>
            </a:fld>
            <a:endParaRPr sz="1200" b="0" i="0" u="none" strike="noStrike">
              <a:solidFill>
                <a:srgbClr val="898989"/>
              </a:solidFill>
              <a:latin typeface="思源黑体 CN Normal"/>
              <a:ea typeface="思源黑体 CN Normal"/>
              <a:cs typeface="思源黑体 CN Normal"/>
              <a:sym typeface="思源黑体 CN Norm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82" hasCustomPrompt="1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rmAutofit/>
          </a:bodyPr>
          <a:lstStyle>
            <a:lvl1pPr algn="l">
              <a:lnSpc>
                <a:spcPct val="92000"/>
              </a:lnSpc>
              <a:defRPr sz="6000" b="0" i="0" u="none" strike="noStrike" spc="0">
                <a:solidFill>
                  <a:srgbClr val="000000">
                    <a:alpha val="100000"/>
                  </a:srgbClr>
                </a:solidFill>
                <a:latin typeface="等线 Light" panose="02010600030101010101" charset="-122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6000" b="0" i="0" u="none" strike="noStrike">
                <a:solidFill>
                  <a:srgbClr val="000000"/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  <a:sym typeface="等线 Light" panose="02010600030101010101" charset="-122"/>
              </a:rPr>
              <a:t>单击此处编辑母版标题样式</a:t>
            </a:r>
            <a:endParaRPr lang="en-US" sz="6000" b="0" i="0" u="none" strike="noStrike">
              <a:solidFill>
                <a:srgbClr val="000000"/>
              </a:solidFill>
              <a:latin typeface="等线 Light" panose="02010600030101010101" charset="-122"/>
              <a:ea typeface="等线 Light" panose="02010600030101010101" charset="-122"/>
              <a:cs typeface="等线 Light" panose="02010600030101010101" charset="-122"/>
              <a:sym typeface="等线 Light" panose="02010600030101010101" charset="-122"/>
            </a:endParaRPr>
          </a:p>
        </p:txBody>
      </p:sp>
      <p:sp>
        <p:nvSpPr>
          <p:cNvPr id="3" name="AutoShape 3"/>
          <p:cNvSpPr/>
          <p:nvPr>
            <p:ph type="body" sz="quarter" idx="83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rmAutofit/>
          </a:bodyPr>
          <a:lstStyle>
            <a:lvl1pPr algn="l">
              <a:lnSpc>
                <a:spcPct val="92000"/>
              </a:lnSpc>
              <a:defRPr sz="2400" b="0" i="0" u="none" strike="noStrike" spc="0">
                <a:solidFill>
                  <a:srgbClr val="898989">
                    <a:alpha val="100000"/>
                  </a:srgbClr>
                </a:solidFill>
                <a:latin typeface="思源黑体 CN Normal"/>
              </a:defRPr>
            </a:lvl1pPr>
          </a:lstStyle>
          <a:p>
            <a:pPr marL="0" indent="0" algn="l">
              <a:lnSpc>
                <a:spcPct val="92000"/>
              </a:lnSpc>
              <a:spcBef>
                <a:spcPts val="1000"/>
              </a:spcBef>
            </a:pPr>
            <a:r>
              <a:rPr lang="en-US" sz="2400" b="0" i="0" u="none" strike="noStrike">
                <a:solidFill>
                  <a:srgbClr val="898989"/>
                </a:solidFill>
                <a:latin typeface="思源黑体 CN Normal"/>
                <a:ea typeface="思源黑体 CN Normal"/>
                <a:cs typeface="思源黑体 CN Normal"/>
                <a:sym typeface="思源黑体 CN Normal"/>
              </a:rPr>
              <a:t>单击此处编辑母版文本样式</a:t>
            </a:r>
            <a:endParaRPr lang="en-US" sz="2400" b="0" i="0" u="none" strike="noStrike">
              <a:solidFill>
                <a:srgbClr val="898989"/>
              </a:solidFill>
              <a:latin typeface="思源黑体 CN Normal"/>
              <a:ea typeface="思源黑体 CN Normal"/>
              <a:cs typeface="思源黑体 CN Normal"/>
              <a:sym typeface="思源黑体 CN Normal"/>
            </a:endParaRPr>
          </a:p>
        </p:txBody>
      </p:sp>
      <p:sp>
        <p:nvSpPr>
          <p:cNvPr id="4" name="AutoShape 4"/>
          <p:cNvSpPr/>
          <p:nvPr>
            <p:ph type="body" sz="quarter" idx="84" hasCustomPrompt="1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思源黑体 CN Normal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思源黑体 CN Normal"/>
                <a:ea typeface="思源黑体 CN Normal"/>
                <a:cs typeface="思源黑体 CN Normal"/>
                <a:sym typeface="思源黑体 CN Normal"/>
              </a:rPr>
              <a:t>2022/12/3</a:t>
            </a:r>
            <a:endParaRPr lang="en-US" sz="1200" b="0" i="0" u="none" strike="noStrike">
              <a:solidFill>
                <a:srgbClr val="898989"/>
              </a:solidFill>
              <a:latin typeface="思源黑体 CN Normal"/>
              <a:ea typeface="思源黑体 CN Normal"/>
              <a:cs typeface="思源黑体 CN Normal"/>
              <a:sym typeface="思源黑体 CN Normal"/>
            </a:endParaRPr>
          </a:p>
        </p:txBody>
      </p:sp>
      <p:sp>
        <p:nvSpPr>
          <p:cNvPr id="5" name="AutoShape 5"/>
          <p:cNvSpPr/>
          <p:nvPr>
            <p:ph type="body" sz="quarter" idx="85" hasCustomPrompt="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思源黑体 CN Normal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思源黑体 CN Normal"/>
                <a:ea typeface="思源黑体 CN Normal"/>
                <a:cs typeface="思源黑体 CN Normal"/>
                <a:sym typeface="思源黑体 CN Normal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思源黑体 CN Normal"/>
              <a:ea typeface="思源黑体 CN Normal"/>
              <a:cs typeface="思源黑体 CN Normal"/>
              <a:sym typeface="思源黑体 CN Normal"/>
            </a:endParaRPr>
          </a:p>
        </p:txBody>
      </p:sp>
      <p:sp>
        <p:nvSpPr>
          <p:cNvPr id="6" name="AutoShape 6"/>
          <p:cNvSpPr/>
          <p:nvPr>
            <p:ph type="body" sz="quarter" idx="86" hasCustomPrompt="1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思源黑体 CN Norm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2E1B6B0C-B916-400D-8738-57A2315CDB2F}" type="slidenum">
              <a:rPr sz="1200" b="0" i="0" u="none" strike="noStrike">
                <a:solidFill>
                  <a:srgbClr val="898989"/>
                </a:solidFill>
                <a:latin typeface="思源黑体 CN Normal"/>
                <a:ea typeface="思源黑体 CN Normal"/>
                <a:cs typeface="思源黑体 CN Normal"/>
                <a:sym typeface="思源黑体 CN Normal"/>
              </a:rPr>
            </a:fld>
            <a:endParaRPr sz="1200" b="0" i="0" u="none" strike="noStrike">
              <a:solidFill>
                <a:srgbClr val="898989"/>
              </a:solidFill>
              <a:latin typeface="思源黑体 CN Normal"/>
              <a:ea typeface="思源黑体 CN Normal"/>
              <a:cs typeface="思源黑体 CN Normal"/>
              <a:sym typeface="思源黑体 CN Norm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87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l">
              <a:lnSpc>
                <a:spcPct val="92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等线 Light" panose="02010600030101010101" charset="-122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  <a:sym typeface="等线 Light" panose="02010600030101010101" charset="-122"/>
              </a:rPr>
              <a:t>单击此处编辑母版标题样式</a:t>
            </a:r>
            <a:endParaRPr lang="en-US" sz="4400" b="0" i="0" u="none" strike="noStrike">
              <a:solidFill>
                <a:srgbClr val="000000"/>
              </a:solidFill>
              <a:latin typeface="等线 Light" panose="02010600030101010101" charset="-122"/>
              <a:ea typeface="等线 Light" panose="02010600030101010101" charset="-122"/>
              <a:cs typeface="等线 Light" panose="02010600030101010101" charset="-122"/>
              <a:sym typeface="等线 Light" panose="02010600030101010101" charset="-122"/>
            </a:endParaRPr>
          </a:p>
        </p:txBody>
      </p:sp>
      <p:sp>
        <p:nvSpPr>
          <p:cNvPr id="3" name="AutoShape 3"/>
          <p:cNvSpPr/>
          <p:nvPr>
            <p:ph type="body" sz="quarter" idx="88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rmAutofit/>
          </a:bodyPr>
          <a:lstStyle>
            <a:lvl1pPr marL="584200" indent="-355600" algn="l">
              <a:lnSpc>
                <a:spcPct val="92000"/>
              </a:lnSpc>
              <a:defRPr sz="2800" b="0" i="0" u="none" strike="noStrike" spc="0">
                <a:solidFill>
                  <a:srgbClr val="000000">
                    <a:alpha val="100000"/>
                  </a:srgbClr>
                </a:solidFill>
                <a:latin typeface="思源黑体 CN Normal"/>
              </a:defRPr>
            </a:lvl1pPr>
            <a:lvl2pPr/>
            <a:lvl3pPr/>
            <a:lvl4pPr/>
            <a:lvl5pPr/>
            <a:lvl6pPr/>
            <a:lvl7pPr/>
            <a:lvl8pPr/>
            <a:lvl9pPr/>
          </a:lstStyle>
          <a:p>
            <a:pPr marL="228600" indent="-228600" algn="l">
              <a:lnSpc>
                <a:spcPct val="92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i="0" u="none" strike="noStrike">
                <a:solidFill>
                  <a:srgbClr val="000000"/>
                </a:solidFill>
                <a:latin typeface="思源黑体 CN Normal"/>
                <a:ea typeface="思源黑体 CN Normal"/>
                <a:cs typeface="思源黑体 CN Normal"/>
                <a:sym typeface="思源黑体 CN Normal"/>
              </a:rPr>
              <a:t>单击此处编辑母版文本样式</a:t>
            </a:r>
            <a:endParaRPr lang="en-US" sz="2800" b="0" i="0" u="none" strike="noStrike">
              <a:solidFill>
                <a:srgbClr val="000000"/>
              </a:solidFill>
              <a:latin typeface="思源黑体 CN Normal"/>
              <a:ea typeface="思源黑体 CN Normal"/>
              <a:cs typeface="思源黑体 CN Normal"/>
              <a:sym typeface="思源黑体 CN Normal"/>
            </a:endParaRPr>
          </a:p>
          <a:p>
            <a:pPr marL="685800" lvl="1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思源黑体 CN Normal"/>
                <a:ea typeface="思源黑体 CN Normal"/>
                <a:cs typeface="思源黑体 CN Normal"/>
                <a:sym typeface="思源黑体 CN Normal"/>
              </a:rPr>
              <a:t>二级</a:t>
            </a:r>
            <a:endParaRPr lang="en-US" sz="2400" b="0" i="0" u="none" strike="noStrike">
              <a:solidFill>
                <a:srgbClr val="000000"/>
              </a:solidFill>
              <a:latin typeface="思源黑体 CN Normal"/>
              <a:ea typeface="思源黑体 CN Normal"/>
              <a:cs typeface="思源黑体 CN Normal"/>
              <a:sym typeface="思源黑体 CN Normal"/>
            </a:endParaRPr>
          </a:p>
          <a:p>
            <a:pPr marL="1143000" lvl="2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000" b="0" i="0" u="none" strike="noStrike">
                <a:solidFill>
                  <a:srgbClr val="000000"/>
                </a:solidFill>
                <a:latin typeface="思源黑体 CN Normal"/>
                <a:ea typeface="思源黑体 CN Normal"/>
                <a:cs typeface="思源黑体 CN Normal"/>
                <a:sym typeface="思源黑体 CN Normal"/>
              </a:rPr>
              <a:t>三级</a:t>
            </a:r>
            <a:endParaRPr lang="en-US" sz="2000" b="0" i="0" u="none" strike="noStrike">
              <a:solidFill>
                <a:srgbClr val="000000"/>
              </a:solidFill>
              <a:latin typeface="思源黑体 CN Normal"/>
              <a:ea typeface="思源黑体 CN Normal"/>
              <a:cs typeface="思源黑体 CN Normal"/>
              <a:sym typeface="思源黑体 CN Normal"/>
            </a:endParaRPr>
          </a:p>
          <a:p>
            <a:pPr marL="1600200" lvl="3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思源黑体 CN Normal"/>
                <a:ea typeface="思源黑体 CN Normal"/>
                <a:cs typeface="思源黑体 CN Normal"/>
                <a:sym typeface="思源黑体 CN Normal"/>
              </a:rPr>
              <a:t>四级</a:t>
            </a:r>
            <a:endParaRPr lang="en-US" sz="1800" b="0" i="0" u="none" strike="noStrike">
              <a:solidFill>
                <a:srgbClr val="000000"/>
              </a:solidFill>
              <a:latin typeface="思源黑体 CN Normal"/>
              <a:ea typeface="思源黑体 CN Normal"/>
              <a:cs typeface="思源黑体 CN Normal"/>
              <a:sym typeface="思源黑体 CN Normal"/>
            </a:endParaRPr>
          </a:p>
          <a:p>
            <a:pPr marL="2057400" lvl="4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思源黑体 CN Normal"/>
                <a:ea typeface="思源黑体 CN Normal"/>
                <a:cs typeface="思源黑体 CN Normal"/>
                <a:sym typeface="思源黑体 CN Normal"/>
              </a:rPr>
              <a:t>五级</a:t>
            </a:r>
            <a:endParaRPr lang="en-US" sz="1800" b="0" i="0" u="none" strike="noStrike">
              <a:solidFill>
                <a:srgbClr val="000000"/>
              </a:solidFill>
              <a:latin typeface="思源黑体 CN Normal"/>
              <a:ea typeface="思源黑体 CN Normal"/>
              <a:cs typeface="思源黑体 CN Normal"/>
              <a:sym typeface="思源黑体 CN Normal"/>
            </a:endParaRPr>
          </a:p>
        </p:txBody>
      </p:sp>
      <p:sp>
        <p:nvSpPr>
          <p:cNvPr id="4" name="AutoShape 4"/>
          <p:cNvSpPr/>
          <p:nvPr>
            <p:ph type="body" sz="quarter" idx="89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marL="584200" indent="-355600" algn="l">
              <a:lnSpc>
                <a:spcPct val="92000"/>
              </a:lnSpc>
              <a:defRPr sz="2800" b="0" i="0" u="none" strike="noStrike" spc="0">
                <a:solidFill>
                  <a:srgbClr val="000000">
                    <a:alpha val="100000"/>
                  </a:srgbClr>
                </a:solidFill>
                <a:latin typeface="思源黑体 CN Normal"/>
              </a:defRPr>
            </a:lvl1pPr>
            <a:lvl2pPr/>
            <a:lvl3pPr/>
            <a:lvl4pPr/>
            <a:lvl5pPr/>
            <a:lvl6pPr/>
            <a:lvl7pPr/>
            <a:lvl8pPr/>
            <a:lvl9pPr/>
          </a:lstStyle>
          <a:p>
            <a:pPr marL="228600" indent="-228600" algn="l">
              <a:lnSpc>
                <a:spcPct val="92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i="0" u="none" strike="noStrike">
                <a:solidFill>
                  <a:srgbClr val="000000"/>
                </a:solidFill>
                <a:latin typeface="思源黑体 CN Normal"/>
                <a:ea typeface="思源黑体 CN Normal"/>
                <a:cs typeface="思源黑体 CN Normal"/>
                <a:sym typeface="思源黑体 CN Normal"/>
              </a:rPr>
              <a:t>单击此处编辑母版文本样式</a:t>
            </a:r>
            <a:endParaRPr lang="en-US" sz="2800" b="0" i="0" u="none" strike="noStrike">
              <a:solidFill>
                <a:srgbClr val="000000"/>
              </a:solidFill>
              <a:latin typeface="思源黑体 CN Normal"/>
              <a:ea typeface="思源黑体 CN Normal"/>
              <a:cs typeface="思源黑体 CN Normal"/>
              <a:sym typeface="思源黑体 CN Normal"/>
            </a:endParaRPr>
          </a:p>
          <a:p>
            <a:pPr marL="685800" lvl="1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思源黑体 CN Normal"/>
                <a:ea typeface="思源黑体 CN Normal"/>
                <a:cs typeface="思源黑体 CN Normal"/>
                <a:sym typeface="思源黑体 CN Normal"/>
              </a:rPr>
              <a:t>二级</a:t>
            </a:r>
            <a:endParaRPr lang="en-US" sz="2400" b="0" i="0" u="none" strike="noStrike">
              <a:solidFill>
                <a:srgbClr val="000000"/>
              </a:solidFill>
              <a:latin typeface="思源黑体 CN Normal"/>
              <a:ea typeface="思源黑体 CN Normal"/>
              <a:cs typeface="思源黑体 CN Normal"/>
              <a:sym typeface="思源黑体 CN Normal"/>
            </a:endParaRPr>
          </a:p>
          <a:p>
            <a:pPr marL="1143000" lvl="2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000" b="0" i="0" u="none" strike="noStrike">
                <a:solidFill>
                  <a:srgbClr val="000000"/>
                </a:solidFill>
                <a:latin typeface="思源黑体 CN Normal"/>
                <a:ea typeface="思源黑体 CN Normal"/>
                <a:cs typeface="思源黑体 CN Normal"/>
                <a:sym typeface="思源黑体 CN Normal"/>
              </a:rPr>
              <a:t>三级</a:t>
            </a:r>
            <a:endParaRPr lang="en-US" sz="2000" b="0" i="0" u="none" strike="noStrike">
              <a:solidFill>
                <a:srgbClr val="000000"/>
              </a:solidFill>
              <a:latin typeface="思源黑体 CN Normal"/>
              <a:ea typeface="思源黑体 CN Normal"/>
              <a:cs typeface="思源黑体 CN Normal"/>
              <a:sym typeface="思源黑体 CN Normal"/>
            </a:endParaRPr>
          </a:p>
          <a:p>
            <a:pPr marL="1600200" lvl="3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思源黑体 CN Normal"/>
                <a:ea typeface="思源黑体 CN Normal"/>
                <a:cs typeface="思源黑体 CN Normal"/>
                <a:sym typeface="思源黑体 CN Normal"/>
              </a:rPr>
              <a:t>四级</a:t>
            </a:r>
            <a:endParaRPr lang="en-US" sz="1800" b="0" i="0" u="none" strike="noStrike">
              <a:solidFill>
                <a:srgbClr val="000000"/>
              </a:solidFill>
              <a:latin typeface="思源黑体 CN Normal"/>
              <a:ea typeface="思源黑体 CN Normal"/>
              <a:cs typeface="思源黑体 CN Normal"/>
              <a:sym typeface="思源黑体 CN Normal"/>
            </a:endParaRPr>
          </a:p>
          <a:p>
            <a:pPr marL="2057400" lvl="4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思源黑体 CN Normal"/>
                <a:ea typeface="思源黑体 CN Normal"/>
                <a:cs typeface="思源黑体 CN Normal"/>
                <a:sym typeface="思源黑体 CN Normal"/>
              </a:rPr>
              <a:t>五级</a:t>
            </a:r>
            <a:endParaRPr lang="en-US" sz="1800" b="0" i="0" u="none" strike="noStrike">
              <a:solidFill>
                <a:srgbClr val="000000"/>
              </a:solidFill>
              <a:latin typeface="思源黑体 CN Normal"/>
              <a:ea typeface="思源黑体 CN Normal"/>
              <a:cs typeface="思源黑体 CN Normal"/>
              <a:sym typeface="思源黑体 CN Normal"/>
            </a:endParaRPr>
          </a:p>
        </p:txBody>
      </p:sp>
      <p:sp>
        <p:nvSpPr>
          <p:cNvPr id="5" name="AutoShape 5"/>
          <p:cNvSpPr/>
          <p:nvPr>
            <p:ph type="body" sz="quarter" idx="90" hasCustomPrompt="1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思源黑体 CN Normal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思源黑体 CN Normal"/>
                <a:ea typeface="思源黑体 CN Normal"/>
                <a:cs typeface="思源黑体 CN Normal"/>
                <a:sym typeface="思源黑体 CN Normal"/>
              </a:rPr>
              <a:t>2022/12/3</a:t>
            </a:r>
            <a:endParaRPr lang="en-US" sz="1200" b="0" i="0" u="none" strike="noStrike">
              <a:solidFill>
                <a:srgbClr val="898989"/>
              </a:solidFill>
              <a:latin typeface="思源黑体 CN Normal"/>
              <a:ea typeface="思源黑体 CN Normal"/>
              <a:cs typeface="思源黑体 CN Normal"/>
              <a:sym typeface="思源黑体 CN Normal"/>
            </a:endParaRPr>
          </a:p>
        </p:txBody>
      </p:sp>
      <p:sp>
        <p:nvSpPr>
          <p:cNvPr id="6" name="AutoShape 6"/>
          <p:cNvSpPr/>
          <p:nvPr>
            <p:ph type="body" sz="quarter" idx="91" hasCustomPrompt="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思源黑体 CN Normal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思源黑体 CN Normal"/>
                <a:ea typeface="思源黑体 CN Normal"/>
                <a:cs typeface="思源黑体 CN Normal"/>
                <a:sym typeface="思源黑体 CN Normal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思源黑体 CN Normal"/>
              <a:ea typeface="思源黑体 CN Normal"/>
              <a:cs typeface="思源黑体 CN Normal"/>
              <a:sym typeface="思源黑体 CN Normal"/>
            </a:endParaRPr>
          </a:p>
        </p:txBody>
      </p:sp>
      <p:sp>
        <p:nvSpPr>
          <p:cNvPr id="7" name="AutoShape 7"/>
          <p:cNvSpPr/>
          <p:nvPr>
            <p:ph type="body" sz="quarter" idx="92" hasCustomPrompt="1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思源黑体 CN Norm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2D174424-D257-44DE-A00D-9C7ED2F02878}" type="slidenum">
              <a:rPr sz="1200" b="0" i="0" u="none" strike="noStrike">
                <a:solidFill>
                  <a:srgbClr val="898989"/>
                </a:solidFill>
                <a:latin typeface="思源黑体 CN Normal"/>
                <a:ea typeface="思源黑体 CN Normal"/>
                <a:cs typeface="思源黑体 CN Normal"/>
                <a:sym typeface="思源黑体 CN Normal"/>
              </a:rPr>
            </a:fld>
            <a:endParaRPr sz="1200" b="0" i="0" u="none" strike="noStrike">
              <a:solidFill>
                <a:srgbClr val="898989"/>
              </a:solidFill>
              <a:latin typeface="思源黑体 CN Normal"/>
              <a:ea typeface="思源黑体 CN Normal"/>
              <a:cs typeface="思源黑体 CN Normal"/>
              <a:sym typeface="思源黑体 CN Norm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93" hasCustomPrompt="1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l">
              <a:lnSpc>
                <a:spcPct val="92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等线 Light" panose="02010600030101010101" charset="-122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  <a:sym typeface="等线 Light" panose="02010600030101010101" charset="-122"/>
              </a:rPr>
              <a:t>单击此处编辑母版标题样式</a:t>
            </a:r>
            <a:endParaRPr lang="en-US" sz="4400" b="0" i="0" u="none" strike="noStrike">
              <a:solidFill>
                <a:srgbClr val="000000"/>
              </a:solidFill>
              <a:latin typeface="等线 Light" panose="02010600030101010101" charset="-122"/>
              <a:ea typeface="等线 Light" panose="02010600030101010101" charset="-122"/>
              <a:cs typeface="等线 Light" panose="02010600030101010101" charset="-122"/>
              <a:sym typeface="等线 Light" panose="02010600030101010101" charset="-122"/>
            </a:endParaRPr>
          </a:p>
        </p:txBody>
      </p:sp>
      <p:sp>
        <p:nvSpPr>
          <p:cNvPr id="3" name="AutoShape 3"/>
          <p:cNvSpPr/>
          <p:nvPr>
            <p:ph type="body" sz="quarter" idx="94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rmAutofit/>
          </a:bodyPr>
          <a:lstStyle>
            <a:lvl1pPr algn="l">
              <a:lnSpc>
                <a:spcPct val="92000"/>
              </a:lnSpc>
              <a:defRPr sz="2400" b="1" i="0" u="none" strike="noStrike" spc="0">
                <a:solidFill>
                  <a:srgbClr val="000000">
                    <a:alpha val="100000"/>
                  </a:srgbClr>
                </a:solidFill>
                <a:latin typeface="思源黑体 CN Normal"/>
              </a:defRPr>
            </a:lvl1pPr>
          </a:lstStyle>
          <a:p>
            <a:pPr marL="0" indent="0" algn="l">
              <a:lnSpc>
                <a:spcPct val="92000"/>
              </a:lnSpc>
              <a:spcBef>
                <a:spcPts val="1000"/>
              </a:spcBef>
            </a:pPr>
            <a:r>
              <a:rPr lang="en-US" sz="2400" b="1" i="0" u="none" strike="noStrike">
                <a:solidFill>
                  <a:srgbClr val="000000"/>
                </a:solidFill>
                <a:latin typeface="思源黑体 CN Normal"/>
                <a:ea typeface="思源黑体 CN Normal"/>
                <a:cs typeface="思源黑体 CN Normal"/>
                <a:sym typeface="思源黑体 CN Normal"/>
              </a:rPr>
              <a:t>单击此处编辑母版文本样式</a:t>
            </a:r>
            <a:endParaRPr lang="en-US" sz="2400" b="1" i="0" u="none" strike="noStrike">
              <a:solidFill>
                <a:srgbClr val="000000"/>
              </a:solidFill>
              <a:latin typeface="思源黑体 CN Normal"/>
              <a:ea typeface="思源黑体 CN Normal"/>
              <a:cs typeface="思源黑体 CN Normal"/>
              <a:sym typeface="思源黑体 CN Normal"/>
            </a:endParaRPr>
          </a:p>
        </p:txBody>
      </p:sp>
      <p:sp>
        <p:nvSpPr>
          <p:cNvPr id="4" name="AutoShape 4"/>
          <p:cNvSpPr/>
          <p:nvPr>
            <p:ph type="body" sz="quarter" idx="95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marL="584200" indent="-355600" algn="l">
              <a:lnSpc>
                <a:spcPct val="92000"/>
              </a:lnSpc>
              <a:defRPr sz="2800" b="0" i="0" u="none" strike="noStrike" spc="0">
                <a:solidFill>
                  <a:srgbClr val="000000">
                    <a:alpha val="100000"/>
                  </a:srgbClr>
                </a:solidFill>
                <a:latin typeface="思源黑体 CN Normal"/>
              </a:defRPr>
            </a:lvl1pPr>
            <a:lvl2pPr/>
            <a:lvl3pPr/>
            <a:lvl4pPr/>
            <a:lvl5pPr/>
            <a:lvl6pPr/>
            <a:lvl7pPr/>
            <a:lvl8pPr/>
            <a:lvl9pPr/>
          </a:lstStyle>
          <a:p>
            <a:pPr marL="228600" indent="-228600" algn="l">
              <a:lnSpc>
                <a:spcPct val="92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i="0" u="none" strike="noStrike">
                <a:solidFill>
                  <a:srgbClr val="000000"/>
                </a:solidFill>
                <a:latin typeface="思源黑体 CN Normal"/>
                <a:ea typeface="思源黑体 CN Normal"/>
                <a:cs typeface="思源黑体 CN Normal"/>
                <a:sym typeface="思源黑体 CN Normal"/>
              </a:rPr>
              <a:t>单击此处编辑母版文本样式</a:t>
            </a:r>
            <a:endParaRPr lang="en-US" sz="2800" b="0" i="0" u="none" strike="noStrike">
              <a:solidFill>
                <a:srgbClr val="000000"/>
              </a:solidFill>
              <a:latin typeface="思源黑体 CN Normal"/>
              <a:ea typeface="思源黑体 CN Normal"/>
              <a:cs typeface="思源黑体 CN Normal"/>
              <a:sym typeface="思源黑体 CN Normal"/>
            </a:endParaRPr>
          </a:p>
          <a:p>
            <a:pPr marL="685800" lvl="1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思源黑体 CN Normal"/>
                <a:ea typeface="思源黑体 CN Normal"/>
                <a:cs typeface="思源黑体 CN Normal"/>
                <a:sym typeface="思源黑体 CN Normal"/>
              </a:rPr>
              <a:t>二级</a:t>
            </a:r>
            <a:endParaRPr lang="en-US" sz="2400" b="0" i="0" u="none" strike="noStrike">
              <a:solidFill>
                <a:srgbClr val="000000"/>
              </a:solidFill>
              <a:latin typeface="思源黑体 CN Normal"/>
              <a:ea typeface="思源黑体 CN Normal"/>
              <a:cs typeface="思源黑体 CN Normal"/>
              <a:sym typeface="思源黑体 CN Normal"/>
            </a:endParaRPr>
          </a:p>
          <a:p>
            <a:pPr marL="1143000" lvl="2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000" b="0" i="0" u="none" strike="noStrike">
                <a:solidFill>
                  <a:srgbClr val="000000"/>
                </a:solidFill>
                <a:latin typeface="思源黑体 CN Normal"/>
                <a:ea typeface="思源黑体 CN Normal"/>
                <a:cs typeface="思源黑体 CN Normal"/>
                <a:sym typeface="思源黑体 CN Normal"/>
              </a:rPr>
              <a:t>三级</a:t>
            </a:r>
            <a:endParaRPr lang="en-US" sz="2000" b="0" i="0" u="none" strike="noStrike">
              <a:solidFill>
                <a:srgbClr val="000000"/>
              </a:solidFill>
              <a:latin typeface="思源黑体 CN Normal"/>
              <a:ea typeface="思源黑体 CN Normal"/>
              <a:cs typeface="思源黑体 CN Normal"/>
              <a:sym typeface="思源黑体 CN Normal"/>
            </a:endParaRPr>
          </a:p>
          <a:p>
            <a:pPr marL="1600200" lvl="3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思源黑体 CN Normal"/>
                <a:ea typeface="思源黑体 CN Normal"/>
                <a:cs typeface="思源黑体 CN Normal"/>
                <a:sym typeface="思源黑体 CN Normal"/>
              </a:rPr>
              <a:t>四级</a:t>
            </a:r>
            <a:endParaRPr lang="en-US" sz="1800" b="0" i="0" u="none" strike="noStrike">
              <a:solidFill>
                <a:srgbClr val="000000"/>
              </a:solidFill>
              <a:latin typeface="思源黑体 CN Normal"/>
              <a:ea typeface="思源黑体 CN Normal"/>
              <a:cs typeface="思源黑体 CN Normal"/>
              <a:sym typeface="思源黑体 CN Normal"/>
            </a:endParaRPr>
          </a:p>
          <a:p>
            <a:pPr marL="2057400" lvl="4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思源黑体 CN Normal"/>
                <a:ea typeface="思源黑体 CN Normal"/>
                <a:cs typeface="思源黑体 CN Normal"/>
                <a:sym typeface="思源黑体 CN Normal"/>
              </a:rPr>
              <a:t>五级</a:t>
            </a:r>
            <a:endParaRPr lang="en-US" sz="1800" b="0" i="0" u="none" strike="noStrike">
              <a:solidFill>
                <a:srgbClr val="000000"/>
              </a:solidFill>
              <a:latin typeface="思源黑体 CN Normal"/>
              <a:ea typeface="思源黑体 CN Normal"/>
              <a:cs typeface="思源黑体 CN Normal"/>
              <a:sym typeface="思源黑体 CN Normal"/>
            </a:endParaRPr>
          </a:p>
        </p:txBody>
      </p:sp>
      <p:sp>
        <p:nvSpPr>
          <p:cNvPr id="5" name="AutoShape 5"/>
          <p:cNvSpPr/>
          <p:nvPr>
            <p:ph type="body" sz="quarter" idx="96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Autofit/>
          </a:bodyPr>
          <a:lstStyle>
            <a:lvl1pPr algn="l">
              <a:lnSpc>
                <a:spcPct val="92000"/>
              </a:lnSpc>
              <a:defRPr sz="2400" b="1" i="0" u="none" strike="noStrike" spc="0">
                <a:solidFill>
                  <a:srgbClr val="000000">
                    <a:alpha val="100000"/>
                  </a:srgbClr>
                </a:solidFill>
                <a:latin typeface="思源黑体 CN Normal"/>
              </a:defRPr>
            </a:lvl1pPr>
          </a:lstStyle>
          <a:p>
            <a:pPr marL="0" indent="0" algn="l">
              <a:lnSpc>
                <a:spcPct val="92000"/>
              </a:lnSpc>
              <a:spcBef>
                <a:spcPts val="1000"/>
              </a:spcBef>
            </a:pPr>
            <a:r>
              <a:rPr lang="en-US" sz="2400" b="1" i="0" u="none" strike="noStrike">
                <a:solidFill>
                  <a:srgbClr val="000000"/>
                </a:solidFill>
                <a:latin typeface="思源黑体 CN Normal"/>
                <a:ea typeface="思源黑体 CN Normal"/>
                <a:cs typeface="思源黑体 CN Normal"/>
                <a:sym typeface="思源黑体 CN Normal"/>
              </a:rPr>
              <a:t>单击此处编辑母版文本样式</a:t>
            </a:r>
            <a:endParaRPr lang="en-US" sz="2400" b="1" i="0" u="none" strike="noStrike">
              <a:solidFill>
                <a:srgbClr val="000000"/>
              </a:solidFill>
              <a:latin typeface="思源黑体 CN Normal"/>
              <a:ea typeface="思源黑体 CN Normal"/>
              <a:cs typeface="思源黑体 CN Normal"/>
              <a:sym typeface="思源黑体 CN Normal"/>
            </a:endParaRPr>
          </a:p>
        </p:txBody>
      </p:sp>
      <p:sp>
        <p:nvSpPr>
          <p:cNvPr id="6" name="AutoShape 6"/>
          <p:cNvSpPr/>
          <p:nvPr>
            <p:ph type="body" sz="quarter" idx="97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marL="584200" indent="-355600" algn="l">
              <a:lnSpc>
                <a:spcPct val="92000"/>
              </a:lnSpc>
              <a:defRPr sz="2800" b="0" i="0" u="none" strike="noStrike" spc="0">
                <a:solidFill>
                  <a:srgbClr val="000000">
                    <a:alpha val="100000"/>
                  </a:srgbClr>
                </a:solidFill>
                <a:latin typeface="思源黑体 CN Normal"/>
              </a:defRPr>
            </a:lvl1pPr>
            <a:lvl2pPr/>
            <a:lvl3pPr/>
            <a:lvl4pPr/>
            <a:lvl5pPr/>
            <a:lvl6pPr/>
            <a:lvl7pPr/>
            <a:lvl8pPr/>
            <a:lvl9pPr/>
          </a:lstStyle>
          <a:p>
            <a:pPr marL="228600" indent="-228600" algn="l">
              <a:lnSpc>
                <a:spcPct val="92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i="0" u="none" strike="noStrike">
                <a:solidFill>
                  <a:srgbClr val="000000"/>
                </a:solidFill>
                <a:latin typeface="思源黑体 CN Normal"/>
                <a:ea typeface="思源黑体 CN Normal"/>
                <a:cs typeface="思源黑体 CN Normal"/>
                <a:sym typeface="思源黑体 CN Normal"/>
              </a:rPr>
              <a:t>单击此处编辑母版文本样式</a:t>
            </a:r>
            <a:endParaRPr lang="en-US" sz="2800" b="0" i="0" u="none" strike="noStrike">
              <a:solidFill>
                <a:srgbClr val="000000"/>
              </a:solidFill>
              <a:latin typeface="思源黑体 CN Normal"/>
              <a:ea typeface="思源黑体 CN Normal"/>
              <a:cs typeface="思源黑体 CN Normal"/>
              <a:sym typeface="思源黑体 CN Normal"/>
            </a:endParaRPr>
          </a:p>
          <a:p>
            <a:pPr marL="685800" lvl="1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思源黑体 CN Normal"/>
                <a:ea typeface="思源黑体 CN Normal"/>
                <a:cs typeface="思源黑体 CN Normal"/>
                <a:sym typeface="思源黑体 CN Normal"/>
              </a:rPr>
              <a:t>二级</a:t>
            </a:r>
            <a:endParaRPr lang="en-US" sz="2400" b="0" i="0" u="none" strike="noStrike">
              <a:solidFill>
                <a:srgbClr val="000000"/>
              </a:solidFill>
              <a:latin typeface="思源黑体 CN Normal"/>
              <a:ea typeface="思源黑体 CN Normal"/>
              <a:cs typeface="思源黑体 CN Normal"/>
              <a:sym typeface="思源黑体 CN Normal"/>
            </a:endParaRPr>
          </a:p>
          <a:p>
            <a:pPr marL="1143000" lvl="2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000" b="0" i="0" u="none" strike="noStrike">
                <a:solidFill>
                  <a:srgbClr val="000000"/>
                </a:solidFill>
                <a:latin typeface="思源黑体 CN Normal"/>
                <a:ea typeface="思源黑体 CN Normal"/>
                <a:cs typeface="思源黑体 CN Normal"/>
                <a:sym typeface="思源黑体 CN Normal"/>
              </a:rPr>
              <a:t>三级</a:t>
            </a:r>
            <a:endParaRPr lang="en-US" sz="2000" b="0" i="0" u="none" strike="noStrike">
              <a:solidFill>
                <a:srgbClr val="000000"/>
              </a:solidFill>
              <a:latin typeface="思源黑体 CN Normal"/>
              <a:ea typeface="思源黑体 CN Normal"/>
              <a:cs typeface="思源黑体 CN Normal"/>
              <a:sym typeface="思源黑体 CN Normal"/>
            </a:endParaRPr>
          </a:p>
          <a:p>
            <a:pPr marL="1600200" lvl="3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思源黑体 CN Normal"/>
                <a:ea typeface="思源黑体 CN Normal"/>
                <a:cs typeface="思源黑体 CN Normal"/>
                <a:sym typeface="思源黑体 CN Normal"/>
              </a:rPr>
              <a:t>四级</a:t>
            </a:r>
            <a:endParaRPr lang="en-US" sz="1800" b="0" i="0" u="none" strike="noStrike">
              <a:solidFill>
                <a:srgbClr val="000000"/>
              </a:solidFill>
              <a:latin typeface="思源黑体 CN Normal"/>
              <a:ea typeface="思源黑体 CN Normal"/>
              <a:cs typeface="思源黑体 CN Normal"/>
              <a:sym typeface="思源黑体 CN Normal"/>
            </a:endParaRPr>
          </a:p>
          <a:p>
            <a:pPr marL="2057400" lvl="4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思源黑体 CN Normal"/>
                <a:ea typeface="思源黑体 CN Normal"/>
                <a:cs typeface="思源黑体 CN Normal"/>
                <a:sym typeface="思源黑体 CN Normal"/>
              </a:rPr>
              <a:t>五级</a:t>
            </a:r>
            <a:endParaRPr lang="en-US" sz="1800" b="0" i="0" u="none" strike="noStrike">
              <a:solidFill>
                <a:srgbClr val="000000"/>
              </a:solidFill>
              <a:latin typeface="思源黑体 CN Normal"/>
              <a:ea typeface="思源黑体 CN Normal"/>
              <a:cs typeface="思源黑体 CN Normal"/>
              <a:sym typeface="思源黑体 CN Normal"/>
            </a:endParaRPr>
          </a:p>
        </p:txBody>
      </p:sp>
      <p:sp>
        <p:nvSpPr>
          <p:cNvPr id="7" name="AutoShape 7"/>
          <p:cNvSpPr/>
          <p:nvPr>
            <p:ph type="body" sz="quarter" idx="98" hasCustomPrompt="1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思源黑体 CN Normal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思源黑体 CN Normal"/>
                <a:ea typeface="思源黑体 CN Normal"/>
                <a:cs typeface="思源黑体 CN Normal"/>
                <a:sym typeface="思源黑体 CN Normal"/>
              </a:rPr>
              <a:t>2022/12/3</a:t>
            </a:r>
            <a:endParaRPr lang="en-US" sz="1200" b="0" i="0" u="none" strike="noStrike">
              <a:solidFill>
                <a:srgbClr val="898989"/>
              </a:solidFill>
              <a:latin typeface="思源黑体 CN Normal"/>
              <a:ea typeface="思源黑体 CN Normal"/>
              <a:cs typeface="思源黑体 CN Normal"/>
              <a:sym typeface="思源黑体 CN Normal"/>
            </a:endParaRPr>
          </a:p>
        </p:txBody>
      </p:sp>
      <p:sp>
        <p:nvSpPr>
          <p:cNvPr id="8" name="AutoShape 8"/>
          <p:cNvSpPr/>
          <p:nvPr>
            <p:ph type="body" sz="quarter" idx="99" hasCustomPrompt="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思源黑体 CN Normal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思源黑体 CN Normal"/>
                <a:ea typeface="思源黑体 CN Normal"/>
                <a:cs typeface="思源黑体 CN Normal"/>
                <a:sym typeface="思源黑体 CN Normal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思源黑体 CN Normal"/>
              <a:ea typeface="思源黑体 CN Normal"/>
              <a:cs typeface="思源黑体 CN Normal"/>
              <a:sym typeface="思源黑体 CN Normal"/>
            </a:endParaRPr>
          </a:p>
        </p:txBody>
      </p:sp>
      <p:sp>
        <p:nvSpPr>
          <p:cNvPr id="9" name="AutoShape 9"/>
          <p:cNvSpPr/>
          <p:nvPr>
            <p:ph type="body" sz="quarter" idx="100" hasCustomPrompt="1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思源黑体 CN Norm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FF2349F5-FC09-4280-B050-3F4176D94240}" type="slidenum">
              <a:rPr sz="1200" b="0" i="0" u="none" strike="noStrike">
                <a:solidFill>
                  <a:srgbClr val="898989"/>
                </a:solidFill>
                <a:latin typeface="思源黑体 CN Normal"/>
                <a:ea typeface="思源黑体 CN Normal"/>
                <a:cs typeface="思源黑体 CN Normal"/>
                <a:sym typeface="思源黑体 CN Normal"/>
              </a:rPr>
            </a:fld>
            <a:endParaRPr sz="1200" b="0" i="0" u="none" strike="noStrike">
              <a:solidFill>
                <a:srgbClr val="898989"/>
              </a:solidFill>
              <a:latin typeface="思源黑体 CN Normal"/>
              <a:ea typeface="思源黑体 CN Normal"/>
              <a:cs typeface="思源黑体 CN Normal"/>
              <a:sym typeface="思源黑体 CN Norm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101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l">
              <a:lnSpc>
                <a:spcPct val="92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等线 Light" panose="02010600030101010101" charset="-122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  <a:sym typeface="等线 Light" panose="02010600030101010101" charset="-122"/>
              </a:rPr>
              <a:t>单击此处编辑母版标题样式</a:t>
            </a:r>
            <a:endParaRPr lang="en-US" sz="4400" b="0" i="0" u="none" strike="noStrike">
              <a:solidFill>
                <a:srgbClr val="000000"/>
              </a:solidFill>
              <a:latin typeface="等线 Light" panose="02010600030101010101" charset="-122"/>
              <a:ea typeface="等线 Light" panose="02010600030101010101" charset="-122"/>
              <a:cs typeface="等线 Light" panose="02010600030101010101" charset="-122"/>
              <a:sym typeface="等线 Light" panose="02010600030101010101" charset="-122"/>
            </a:endParaRPr>
          </a:p>
        </p:txBody>
      </p:sp>
      <p:sp>
        <p:nvSpPr>
          <p:cNvPr id="3" name="AutoShape 3"/>
          <p:cNvSpPr/>
          <p:nvPr>
            <p:ph type="body" sz="quarter" idx="102" hasCustomPrompt="1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思源黑体 CN Normal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思源黑体 CN Normal"/>
                <a:ea typeface="思源黑体 CN Normal"/>
                <a:cs typeface="思源黑体 CN Normal"/>
                <a:sym typeface="思源黑体 CN Normal"/>
              </a:rPr>
              <a:t>2022/12/3</a:t>
            </a:r>
            <a:endParaRPr lang="en-US" sz="1200" b="0" i="0" u="none" strike="noStrike">
              <a:solidFill>
                <a:srgbClr val="898989"/>
              </a:solidFill>
              <a:latin typeface="思源黑体 CN Normal"/>
              <a:ea typeface="思源黑体 CN Normal"/>
              <a:cs typeface="思源黑体 CN Normal"/>
              <a:sym typeface="思源黑体 CN Normal"/>
            </a:endParaRPr>
          </a:p>
        </p:txBody>
      </p:sp>
      <p:sp>
        <p:nvSpPr>
          <p:cNvPr id="4" name="AutoShape 4"/>
          <p:cNvSpPr/>
          <p:nvPr>
            <p:ph type="body" sz="quarter" idx="103" hasCustomPrompt="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思源黑体 CN Normal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思源黑体 CN Normal"/>
                <a:ea typeface="思源黑体 CN Normal"/>
                <a:cs typeface="思源黑体 CN Normal"/>
                <a:sym typeface="思源黑体 CN Normal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思源黑体 CN Normal"/>
              <a:ea typeface="思源黑体 CN Normal"/>
              <a:cs typeface="思源黑体 CN Normal"/>
              <a:sym typeface="思源黑体 CN Normal"/>
            </a:endParaRPr>
          </a:p>
        </p:txBody>
      </p:sp>
      <p:sp>
        <p:nvSpPr>
          <p:cNvPr id="5" name="AutoShape 5"/>
          <p:cNvSpPr/>
          <p:nvPr>
            <p:ph type="body" sz="quarter" idx="104" hasCustomPrompt="1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思源黑体 CN Norm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4A01186A-474E-42D4-A051-5C4193303F74}" type="slidenum">
              <a:rPr sz="1200" b="0" i="0" u="none" strike="noStrike">
                <a:solidFill>
                  <a:srgbClr val="898989"/>
                </a:solidFill>
                <a:latin typeface="思源黑体 CN Normal"/>
                <a:ea typeface="思源黑体 CN Normal"/>
                <a:cs typeface="思源黑体 CN Normal"/>
                <a:sym typeface="思源黑体 CN Normal"/>
              </a:rPr>
            </a:fld>
            <a:endParaRPr sz="1200" b="0" i="0" u="none" strike="noStrike">
              <a:solidFill>
                <a:srgbClr val="898989"/>
              </a:solidFill>
              <a:latin typeface="思源黑体 CN Normal"/>
              <a:ea typeface="思源黑体 CN Normal"/>
              <a:cs typeface="思源黑体 CN Normal"/>
              <a:sym typeface="思源黑体 CN Norm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105" hasCustomPrompt="1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思源黑体 CN Normal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思源黑体 CN Normal"/>
                <a:ea typeface="思源黑体 CN Normal"/>
                <a:cs typeface="思源黑体 CN Normal"/>
                <a:sym typeface="思源黑体 CN Normal"/>
              </a:rPr>
              <a:t>2022/12/3</a:t>
            </a:r>
            <a:endParaRPr lang="en-US" sz="1200" b="0" i="0" u="none" strike="noStrike">
              <a:solidFill>
                <a:srgbClr val="898989"/>
              </a:solidFill>
              <a:latin typeface="思源黑体 CN Normal"/>
              <a:ea typeface="思源黑体 CN Normal"/>
              <a:cs typeface="思源黑体 CN Normal"/>
              <a:sym typeface="思源黑体 CN Normal"/>
            </a:endParaRPr>
          </a:p>
        </p:txBody>
      </p:sp>
      <p:sp>
        <p:nvSpPr>
          <p:cNvPr id="3" name="AutoShape 3"/>
          <p:cNvSpPr/>
          <p:nvPr>
            <p:ph type="body" sz="quarter" idx="106" hasCustomPrompt="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思源黑体 CN Normal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思源黑体 CN Normal"/>
                <a:ea typeface="思源黑体 CN Normal"/>
                <a:cs typeface="思源黑体 CN Normal"/>
                <a:sym typeface="思源黑体 CN Normal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思源黑体 CN Normal"/>
              <a:ea typeface="思源黑体 CN Normal"/>
              <a:cs typeface="思源黑体 CN Normal"/>
              <a:sym typeface="思源黑体 CN Normal"/>
            </a:endParaRPr>
          </a:p>
        </p:txBody>
      </p:sp>
      <p:sp>
        <p:nvSpPr>
          <p:cNvPr id="4" name="AutoShape 4"/>
          <p:cNvSpPr/>
          <p:nvPr>
            <p:ph type="body" sz="quarter" idx="107" hasCustomPrompt="1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思源黑体 CN Norm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2694E9F0-A929-4E01-8331-06C206A9106E}" type="slidenum">
              <a:rPr sz="1200" b="0" i="0" u="none" strike="noStrike">
                <a:solidFill>
                  <a:srgbClr val="898989"/>
                </a:solidFill>
                <a:latin typeface="思源黑体 CN Normal"/>
                <a:ea typeface="思源黑体 CN Normal"/>
                <a:cs typeface="思源黑体 CN Normal"/>
                <a:sym typeface="思源黑体 CN Normal"/>
              </a:rPr>
            </a:fld>
            <a:endParaRPr sz="1200" b="0" i="0" u="none" strike="noStrike">
              <a:solidFill>
                <a:srgbClr val="898989"/>
              </a:solidFill>
              <a:latin typeface="思源黑体 CN Normal"/>
              <a:ea typeface="思源黑体 CN Normal"/>
              <a:cs typeface="思源黑体 CN Normal"/>
              <a:sym typeface="思源黑体 CN Norm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108" hasCustomPrompt="1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rmAutofit/>
          </a:bodyPr>
          <a:lstStyle>
            <a:lvl1pPr algn="l">
              <a:lnSpc>
                <a:spcPct val="92000"/>
              </a:lnSpc>
              <a:defRPr sz="3200" b="0" i="0" u="none" strike="noStrike" spc="0">
                <a:solidFill>
                  <a:srgbClr val="000000">
                    <a:alpha val="100000"/>
                  </a:srgbClr>
                </a:solidFill>
                <a:latin typeface="等线 Light" panose="02010600030101010101" charset="-122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200" b="0" i="0" u="none" strike="noStrike">
                <a:solidFill>
                  <a:srgbClr val="000000"/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  <a:sym typeface="等线 Light" panose="02010600030101010101" charset="-122"/>
              </a:rPr>
              <a:t>单击此处编辑母版标题样式</a:t>
            </a:r>
            <a:endParaRPr lang="en-US" sz="3200" b="0" i="0" u="none" strike="noStrike">
              <a:solidFill>
                <a:srgbClr val="000000"/>
              </a:solidFill>
              <a:latin typeface="等线 Light" panose="02010600030101010101" charset="-122"/>
              <a:ea typeface="等线 Light" panose="02010600030101010101" charset="-122"/>
              <a:cs typeface="等线 Light" panose="02010600030101010101" charset="-122"/>
              <a:sym typeface="等线 Light" panose="02010600030101010101" charset="-122"/>
            </a:endParaRPr>
          </a:p>
        </p:txBody>
      </p:sp>
      <p:sp>
        <p:nvSpPr>
          <p:cNvPr id="3" name="AutoShape 3"/>
          <p:cNvSpPr/>
          <p:nvPr>
            <p:ph type="body" sz="quarter" idx="109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rmAutofit/>
          </a:bodyPr>
          <a:lstStyle>
            <a:lvl1pPr marL="635000" indent="-406400" algn="l">
              <a:lnSpc>
                <a:spcPct val="92000"/>
              </a:lnSpc>
              <a:defRPr sz="3200" b="0" i="0" u="none" strike="noStrike" spc="0">
                <a:solidFill>
                  <a:srgbClr val="000000">
                    <a:alpha val="100000"/>
                  </a:srgbClr>
                </a:solidFill>
                <a:latin typeface="思源黑体 CN Normal"/>
              </a:defRPr>
            </a:lvl1pPr>
            <a:lvl2pPr/>
            <a:lvl3pPr/>
            <a:lvl4pPr/>
            <a:lvl5pPr/>
            <a:lvl6pPr/>
            <a:lvl7pPr/>
            <a:lvl8pPr/>
            <a:lvl9pPr/>
          </a:lstStyle>
          <a:p>
            <a:pPr marL="228600" indent="-228600" algn="l">
              <a:lnSpc>
                <a:spcPct val="92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3200" b="0" i="0" u="none" strike="noStrike">
                <a:solidFill>
                  <a:srgbClr val="000000"/>
                </a:solidFill>
                <a:latin typeface="思源黑体 CN Normal"/>
                <a:ea typeface="思源黑体 CN Normal"/>
                <a:cs typeface="思源黑体 CN Normal"/>
                <a:sym typeface="思源黑体 CN Normal"/>
              </a:rPr>
              <a:t>单击此处编辑母版文本样式</a:t>
            </a:r>
            <a:endParaRPr lang="en-US" sz="3200" b="0" i="0" u="none" strike="noStrike">
              <a:solidFill>
                <a:srgbClr val="000000"/>
              </a:solidFill>
              <a:latin typeface="思源黑体 CN Normal"/>
              <a:ea typeface="思源黑体 CN Normal"/>
              <a:cs typeface="思源黑体 CN Normal"/>
              <a:sym typeface="思源黑体 CN Normal"/>
            </a:endParaRPr>
          </a:p>
          <a:p>
            <a:pPr marL="685800" lvl="1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i="0" u="none" strike="noStrike">
                <a:solidFill>
                  <a:srgbClr val="000000"/>
                </a:solidFill>
                <a:latin typeface="思源黑体 CN Normal"/>
                <a:ea typeface="思源黑体 CN Normal"/>
                <a:cs typeface="思源黑体 CN Normal"/>
                <a:sym typeface="思源黑体 CN Normal"/>
              </a:rPr>
              <a:t>二级</a:t>
            </a:r>
            <a:endParaRPr lang="en-US" sz="2800" b="0" i="0" u="none" strike="noStrike">
              <a:solidFill>
                <a:srgbClr val="000000"/>
              </a:solidFill>
              <a:latin typeface="思源黑体 CN Normal"/>
              <a:ea typeface="思源黑体 CN Normal"/>
              <a:cs typeface="思源黑体 CN Normal"/>
              <a:sym typeface="思源黑体 CN Normal"/>
            </a:endParaRPr>
          </a:p>
          <a:p>
            <a:pPr marL="1143000" lvl="2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思源黑体 CN Normal"/>
                <a:ea typeface="思源黑体 CN Normal"/>
                <a:cs typeface="思源黑体 CN Normal"/>
                <a:sym typeface="思源黑体 CN Normal"/>
              </a:rPr>
              <a:t>三级</a:t>
            </a:r>
            <a:endParaRPr lang="en-US" sz="2400" b="0" i="0" u="none" strike="noStrike">
              <a:solidFill>
                <a:srgbClr val="000000"/>
              </a:solidFill>
              <a:latin typeface="思源黑体 CN Normal"/>
              <a:ea typeface="思源黑体 CN Normal"/>
              <a:cs typeface="思源黑体 CN Normal"/>
              <a:sym typeface="思源黑体 CN Normal"/>
            </a:endParaRPr>
          </a:p>
          <a:p>
            <a:pPr marL="1600200" lvl="3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000" b="0" i="0" u="none" strike="noStrike">
                <a:solidFill>
                  <a:srgbClr val="000000"/>
                </a:solidFill>
                <a:latin typeface="思源黑体 CN Normal"/>
                <a:ea typeface="思源黑体 CN Normal"/>
                <a:cs typeface="思源黑体 CN Normal"/>
                <a:sym typeface="思源黑体 CN Normal"/>
              </a:rPr>
              <a:t>四级</a:t>
            </a:r>
            <a:endParaRPr lang="en-US" sz="2000" b="0" i="0" u="none" strike="noStrike">
              <a:solidFill>
                <a:srgbClr val="000000"/>
              </a:solidFill>
              <a:latin typeface="思源黑体 CN Normal"/>
              <a:ea typeface="思源黑体 CN Normal"/>
              <a:cs typeface="思源黑体 CN Normal"/>
              <a:sym typeface="思源黑体 CN Normal"/>
            </a:endParaRPr>
          </a:p>
          <a:p>
            <a:pPr marL="2057400" lvl="4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000" b="0" i="0" u="none" strike="noStrike">
                <a:solidFill>
                  <a:srgbClr val="000000"/>
                </a:solidFill>
                <a:latin typeface="思源黑体 CN Normal"/>
                <a:ea typeface="思源黑体 CN Normal"/>
                <a:cs typeface="思源黑体 CN Normal"/>
                <a:sym typeface="思源黑体 CN Normal"/>
              </a:rPr>
              <a:t>五级</a:t>
            </a:r>
            <a:endParaRPr lang="en-US" sz="2000" b="0" i="0" u="none" strike="noStrike">
              <a:solidFill>
                <a:srgbClr val="000000"/>
              </a:solidFill>
              <a:latin typeface="思源黑体 CN Normal"/>
              <a:ea typeface="思源黑体 CN Normal"/>
              <a:cs typeface="思源黑体 CN Normal"/>
              <a:sym typeface="思源黑体 CN Normal"/>
            </a:endParaRPr>
          </a:p>
        </p:txBody>
      </p:sp>
      <p:sp>
        <p:nvSpPr>
          <p:cNvPr id="4" name="AutoShape 4"/>
          <p:cNvSpPr/>
          <p:nvPr>
            <p:ph type="body" sz="quarter" idx="110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92000"/>
              </a:lnSpc>
              <a:defRPr sz="1600" b="0" i="0" u="none" strike="noStrike" spc="0">
                <a:solidFill>
                  <a:srgbClr val="000000">
                    <a:alpha val="100000"/>
                  </a:srgbClr>
                </a:solidFill>
                <a:latin typeface="思源黑体 CN Normal"/>
              </a:defRPr>
            </a:lvl1pPr>
          </a:lstStyle>
          <a:p>
            <a:pPr marL="0" indent="0" algn="l">
              <a:lnSpc>
                <a:spcPct val="92000"/>
              </a:lnSpc>
              <a:spcBef>
                <a:spcPts val="1000"/>
              </a:spcBef>
            </a:pPr>
            <a:r>
              <a:rPr lang="en-US" sz="1600" b="0" i="0" u="none" strike="noStrike">
                <a:solidFill>
                  <a:srgbClr val="000000"/>
                </a:solidFill>
                <a:latin typeface="思源黑体 CN Normal"/>
                <a:ea typeface="思源黑体 CN Normal"/>
                <a:cs typeface="思源黑体 CN Normal"/>
                <a:sym typeface="思源黑体 CN Normal"/>
              </a:rPr>
              <a:t>单击此处编辑母版文本样式</a:t>
            </a:r>
            <a:endParaRPr lang="en-US" sz="1600" b="0" i="0" u="none" strike="noStrike">
              <a:solidFill>
                <a:srgbClr val="000000"/>
              </a:solidFill>
              <a:latin typeface="思源黑体 CN Normal"/>
              <a:ea typeface="思源黑体 CN Normal"/>
              <a:cs typeface="思源黑体 CN Normal"/>
              <a:sym typeface="思源黑体 CN Normal"/>
            </a:endParaRPr>
          </a:p>
        </p:txBody>
      </p:sp>
      <p:sp>
        <p:nvSpPr>
          <p:cNvPr id="5" name="AutoShape 5"/>
          <p:cNvSpPr/>
          <p:nvPr>
            <p:ph type="body" sz="quarter" idx="111" hasCustomPrompt="1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思源黑体 CN Normal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思源黑体 CN Normal"/>
                <a:ea typeface="思源黑体 CN Normal"/>
                <a:cs typeface="思源黑体 CN Normal"/>
                <a:sym typeface="思源黑体 CN Normal"/>
              </a:rPr>
              <a:t>2022/12/3</a:t>
            </a:r>
            <a:endParaRPr lang="en-US" sz="1200" b="0" i="0" u="none" strike="noStrike">
              <a:solidFill>
                <a:srgbClr val="898989"/>
              </a:solidFill>
              <a:latin typeface="思源黑体 CN Normal"/>
              <a:ea typeface="思源黑体 CN Normal"/>
              <a:cs typeface="思源黑体 CN Normal"/>
              <a:sym typeface="思源黑体 CN Normal"/>
            </a:endParaRPr>
          </a:p>
        </p:txBody>
      </p:sp>
      <p:sp>
        <p:nvSpPr>
          <p:cNvPr id="6" name="AutoShape 6"/>
          <p:cNvSpPr/>
          <p:nvPr>
            <p:ph type="body" sz="quarter" idx="112" hasCustomPrompt="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思源黑体 CN Normal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思源黑体 CN Normal"/>
                <a:ea typeface="思源黑体 CN Normal"/>
                <a:cs typeface="思源黑体 CN Normal"/>
                <a:sym typeface="思源黑体 CN Normal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思源黑体 CN Normal"/>
              <a:ea typeface="思源黑体 CN Normal"/>
              <a:cs typeface="思源黑体 CN Normal"/>
              <a:sym typeface="思源黑体 CN Normal"/>
            </a:endParaRPr>
          </a:p>
        </p:txBody>
      </p:sp>
      <p:sp>
        <p:nvSpPr>
          <p:cNvPr id="7" name="AutoShape 7"/>
          <p:cNvSpPr/>
          <p:nvPr>
            <p:ph type="body" sz="quarter" idx="113" hasCustomPrompt="1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思源黑体 CN Norm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259084DF-3F2E-4FD3-B968-924DDE7DA9FE}" type="slidenum">
              <a:rPr sz="1200" b="0" i="0" u="none" strike="noStrike">
                <a:solidFill>
                  <a:srgbClr val="898989"/>
                </a:solidFill>
                <a:latin typeface="思源黑体 CN Normal"/>
                <a:ea typeface="思源黑体 CN Normal"/>
                <a:cs typeface="思源黑体 CN Normal"/>
                <a:sym typeface="思源黑体 CN Normal"/>
              </a:rPr>
            </a:fld>
            <a:endParaRPr sz="1200" b="0" i="0" u="none" strike="noStrike">
              <a:solidFill>
                <a:srgbClr val="898989"/>
              </a:solidFill>
              <a:latin typeface="思源黑体 CN Normal"/>
              <a:ea typeface="思源黑体 CN Normal"/>
              <a:cs typeface="思源黑体 CN Normal"/>
              <a:sym typeface="思源黑体 CN Normal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114" hasCustomPrompt="1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rmAutofit/>
          </a:bodyPr>
          <a:lstStyle>
            <a:lvl1pPr algn="l">
              <a:lnSpc>
                <a:spcPct val="92000"/>
              </a:lnSpc>
              <a:defRPr sz="3200" b="0" i="0" u="none" strike="noStrike" spc="0">
                <a:solidFill>
                  <a:srgbClr val="000000">
                    <a:alpha val="100000"/>
                  </a:srgbClr>
                </a:solidFill>
                <a:latin typeface="等线 Light" panose="02010600030101010101" charset="-122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200" b="0" i="0" u="none" strike="noStrike">
                <a:solidFill>
                  <a:srgbClr val="000000"/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  <a:sym typeface="等线 Light" panose="02010600030101010101" charset="-122"/>
              </a:rPr>
              <a:t>单击此处编辑母版标题样式</a:t>
            </a:r>
            <a:endParaRPr lang="en-US" sz="3200" b="0" i="0" u="none" strike="noStrike">
              <a:solidFill>
                <a:srgbClr val="000000"/>
              </a:solidFill>
              <a:latin typeface="等线 Light" panose="02010600030101010101" charset="-122"/>
              <a:ea typeface="等线 Light" panose="02010600030101010101" charset="-122"/>
              <a:cs typeface="等线 Light" panose="02010600030101010101" charset="-122"/>
              <a:sym typeface="等线 Light" panose="02010600030101010101" charset="-122"/>
            </a:endParaRPr>
          </a:p>
        </p:txBody>
      </p:sp>
      <p:sp>
        <p:nvSpPr>
          <p:cNvPr id="3" name="AutoShape 3"/>
          <p:cNvSpPr/>
          <p:nvPr>
            <p:ph type="pic" sz="quarter" idx="115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</a:p>
        </p:txBody>
      </p:sp>
      <p:sp>
        <p:nvSpPr>
          <p:cNvPr id="4" name="AutoShape 4"/>
          <p:cNvSpPr/>
          <p:nvPr>
            <p:ph type="body" sz="quarter" idx="116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92000"/>
              </a:lnSpc>
              <a:defRPr sz="1600" b="0" i="0" u="none" strike="noStrike" spc="0">
                <a:solidFill>
                  <a:srgbClr val="000000">
                    <a:alpha val="100000"/>
                  </a:srgbClr>
                </a:solidFill>
                <a:latin typeface="思源黑体 CN Normal"/>
              </a:defRPr>
            </a:lvl1pPr>
          </a:lstStyle>
          <a:p>
            <a:pPr marL="0" indent="0" algn="l">
              <a:lnSpc>
                <a:spcPct val="92000"/>
              </a:lnSpc>
              <a:spcBef>
                <a:spcPts val="1000"/>
              </a:spcBef>
            </a:pPr>
            <a:r>
              <a:rPr lang="en-US" sz="1600" b="0" i="0" u="none" strike="noStrike">
                <a:solidFill>
                  <a:srgbClr val="000000"/>
                </a:solidFill>
                <a:latin typeface="思源黑体 CN Normal"/>
                <a:ea typeface="思源黑体 CN Normal"/>
                <a:cs typeface="思源黑体 CN Normal"/>
                <a:sym typeface="思源黑体 CN Normal"/>
              </a:rPr>
              <a:t>单击此处编辑母版文本样式</a:t>
            </a:r>
            <a:endParaRPr lang="en-US" sz="1600" b="0" i="0" u="none" strike="noStrike">
              <a:solidFill>
                <a:srgbClr val="000000"/>
              </a:solidFill>
              <a:latin typeface="思源黑体 CN Normal"/>
              <a:ea typeface="思源黑体 CN Normal"/>
              <a:cs typeface="思源黑体 CN Normal"/>
              <a:sym typeface="思源黑体 CN Normal"/>
            </a:endParaRPr>
          </a:p>
        </p:txBody>
      </p:sp>
      <p:sp>
        <p:nvSpPr>
          <p:cNvPr id="5" name="AutoShape 5"/>
          <p:cNvSpPr/>
          <p:nvPr>
            <p:ph type="body" sz="quarter" idx="117" hasCustomPrompt="1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思源黑体 CN Normal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思源黑体 CN Normal"/>
                <a:ea typeface="思源黑体 CN Normal"/>
                <a:cs typeface="思源黑体 CN Normal"/>
                <a:sym typeface="思源黑体 CN Normal"/>
              </a:rPr>
              <a:t>2022/12/3</a:t>
            </a:r>
            <a:endParaRPr lang="en-US" sz="1200" b="0" i="0" u="none" strike="noStrike">
              <a:solidFill>
                <a:srgbClr val="898989"/>
              </a:solidFill>
              <a:latin typeface="思源黑体 CN Normal"/>
              <a:ea typeface="思源黑体 CN Normal"/>
              <a:cs typeface="思源黑体 CN Normal"/>
              <a:sym typeface="思源黑体 CN Normal"/>
            </a:endParaRPr>
          </a:p>
        </p:txBody>
      </p:sp>
      <p:sp>
        <p:nvSpPr>
          <p:cNvPr id="6" name="AutoShape 6"/>
          <p:cNvSpPr/>
          <p:nvPr>
            <p:ph type="body" sz="quarter" idx="118" hasCustomPrompt="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思源黑体 CN Normal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思源黑体 CN Normal"/>
                <a:ea typeface="思源黑体 CN Normal"/>
                <a:cs typeface="思源黑体 CN Normal"/>
                <a:sym typeface="思源黑体 CN Normal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思源黑体 CN Normal"/>
              <a:ea typeface="思源黑体 CN Normal"/>
              <a:cs typeface="思源黑体 CN Normal"/>
              <a:sym typeface="思源黑体 CN Normal"/>
            </a:endParaRPr>
          </a:p>
        </p:txBody>
      </p:sp>
      <p:sp>
        <p:nvSpPr>
          <p:cNvPr id="7" name="AutoShape 7"/>
          <p:cNvSpPr/>
          <p:nvPr>
            <p:ph type="body" sz="quarter" idx="119" hasCustomPrompt="1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思源黑体 CN Norm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D9A5A4E6-CF7C-4CD7-A16F-AD637C7EB27F}" type="slidenum">
              <a:rPr sz="1200" b="0" i="0" u="none" strike="noStrike">
                <a:solidFill>
                  <a:srgbClr val="898989"/>
                </a:solidFill>
                <a:latin typeface="思源黑体 CN Normal"/>
                <a:ea typeface="思源黑体 CN Normal"/>
                <a:cs typeface="思源黑体 CN Normal"/>
                <a:sym typeface="思源黑体 CN Normal"/>
              </a:rPr>
            </a:fld>
            <a:endParaRPr sz="1200" b="0" i="0" u="none" strike="noStrike">
              <a:solidFill>
                <a:srgbClr val="898989"/>
              </a:solidFill>
              <a:latin typeface="思源黑体 CN Normal"/>
              <a:ea typeface="思源黑体 CN Normal"/>
              <a:cs typeface="思源黑体 CN Normal"/>
              <a:sym typeface="思源黑体 CN Normal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120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l">
              <a:lnSpc>
                <a:spcPct val="92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等线 Light" panose="02010600030101010101" charset="-122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  <a:sym typeface="等线 Light" panose="02010600030101010101" charset="-122"/>
              </a:rPr>
              <a:t>单击此处编辑母版标题样式</a:t>
            </a:r>
            <a:endParaRPr lang="en-US" sz="4400" b="0" i="0" u="none" strike="noStrike">
              <a:solidFill>
                <a:srgbClr val="000000"/>
              </a:solidFill>
              <a:latin typeface="等线 Light" panose="02010600030101010101" charset="-122"/>
              <a:ea typeface="等线 Light" panose="02010600030101010101" charset="-122"/>
              <a:cs typeface="等线 Light" panose="02010600030101010101" charset="-122"/>
              <a:sym typeface="等线 Light" panose="02010600030101010101" charset="-122"/>
            </a:endParaRPr>
          </a:p>
        </p:txBody>
      </p:sp>
      <p:sp>
        <p:nvSpPr>
          <p:cNvPr id="3" name="AutoShape 3"/>
          <p:cNvSpPr/>
          <p:nvPr>
            <p:ph type="body" sz="quarter" idx="12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eaVert" wrap="square" lIns="91440" tIns="45720" rIns="91440" bIns="45720" anchor="t">
            <a:normAutofit/>
          </a:bodyPr>
          <a:lstStyle>
            <a:lvl1pPr marL="584200" indent="-355600" algn="l">
              <a:lnSpc>
                <a:spcPct val="92000"/>
              </a:lnSpc>
              <a:defRPr sz="2800" b="0" i="0" u="none" strike="noStrike" spc="0">
                <a:solidFill>
                  <a:srgbClr val="000000">
                    <a:alpha val="100000"/>
                  </a:srgbClr>
                </a:solidFill>
                <a:latin typeface="思源黑体 CN Normal"/>
              </a:defRPr>
            </a:lvl1pPr>
            <a:lvl2pPr/>
            <a:lvl3pPr/>
            <a:lvl4pPr/>
            <a:lvl5pPr/>
            <a:lvl6pPr/>
            <a:lvl7pPr/>
            <a:lvl8pPr/>
            <a:lvl9pPr/>
          </a:lstStyle>
          <a:p>
            <a:pPr marL="228600" indent="-228600" algn="l">
              <a:lnSpc>
                <a:spcPct val="92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i="0" u="none" strike="noStrike">
                <a:solidFill>
                  <a:srgbClr val="000000"/>
                </a:solidFill>
                <a:latin typeface="思源黑体 CN Normal"/>
                <a:ea typeface="思源黑体 CN Normal"/>
                <a:cs typeface="思源黑体 CN Normal"/>
                <a:sym typeface="思源黑体 CN Normal"/>
              </a:rPr>
              <a:t>单击此处编辑母版文本样式</a:t>
            </a:r>
            <a:endParaRPr lang="en-US" sz="2800" b="0" i="0" u="none" strike="noStrike">
              <a:solidFill>
                <a:srgbClr val="000000"/>
              </a:solidFill>
              <a:latin typeface="思源黑体 CN Normal"/>
              <a:ea typeface="思源黑体 CN Normal"/>
              <a:cs typeface="思源黑体 CN Normal"/>
              <a:sym typeface="思源黑体 CN Normal"/>
            </a:endParaRPr>
          </a:p>
          <a:p>
            <a:pPr marL="685800" lvl="1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思源黑体 CN Normal"/>
                <a:ea typeface="思源黑体 CN Normal"/>
                <a:cs typeface="思源黑体 CN Normal"/>
                <a:sym typeface="思源黑体 CN Normal"/>
              </a:rPr>
              <a:t>二级</a:t>
            </a:r>
            <a:endParaRPr lang="en-US" sz="2400" b="0" i="0" u="none" strike="noStrike">
              <a:solidFill>
                <a:srgbClr val="000000"/>
              </a:solidFill>
              <a:latin typeface="思源黑体 CN Normal"/>
              <a:ea typeface="思源黑体 CN Normal"/>
              <a:cs typeface="思源黑体 CN Normal"/>
              <a:sym typeface="思源黑体 CN Normal"/>
            </a:endParaRPr>
          </a:p>
          <a:p>
            <a:pPr marL="1143000" lvl="2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000" b="0" i="0" u="none" strike="noStrike">
                <a:solidFill>
                  <a:srgbClr val="000000"/>
                </a:solidFill>
                <a:latin typeface="思源黑体 CN Normal"/>
                <a:ea typeface="思源黑体 CN Normal"/>
                <a:cs typeface="思源黑体 CN Normal"/>
                <a:sym typeface="思源黑体 CN Normal"/>
              </a:rPr>
              <a:t>三级</a:t>
            </a:r>
            <a:endParaRPr lang="en-US" sz="2000" b="0" i="0" u="none" strike="noStrike">
              <a:solidFill>
                <a:srgbClr val="000000"/>
              </a:solidFill>
              <a:latin typeface="思源黑体 CN Normal"/>
              <a:ea typeface="思源黑体 CN Normal"/>
              <a:cs typeface="思源黑体 CN Normal"/>
              <a:sym typeface="思源黑体 CN Normal"/>
            </a:endParaRPr>
          </a:p>
          <a:p>
            <a:pPr marL="1600200" lvl="3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思源黑体 CN Normal"/>
                <a:ea typeface="思源黑体 CN Normal"/>
                <a:cs typeface="思源黑体 CN Normal"/>
                <a:sym typeface="思源黑体 CN Normal"/>
              </a:rPr>
              <a:t>四级</a:t>
            </a:r>
            <a:endParaRPr lang="en-US" sz="1800" b="0" i="0" u="none" strike="noStrike">
              <a:solidFill>
                <a:srgbClr val="000000"/>
              </a:solidFill>
              <a:latin typeface="思源黑体 CN Normal"/>
              <a:ea typeface="思源黑体 CN Normal"/>
              <a:cs typeface="思源黑体 CN Normal"/>
              <a:sym typeface="思源黑体 CN Normal"/>
            </a:endParaRPr>
          </a:p>
          <a:p>
            <a:pPr marL="2057400" lvl="4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思源黑体 CN Normal"/>
                <a:ea typeface="思源黑体 CN Normal"/>
                <a:cs typeface="思源黑体 CN Normal"/>
                <a:sym typeface="思源黑体 CN Normal"/>
              </a:rPr>
              <a:t>五级</a:t>
            </a:r>
            <a:endParaRPr lang="en-US" sz="1800" b="0" i="0" u="none" strike="noStrike">
              <a:solidFill>
                <a:srgbClr val="000000"/>
              </a:solidFill>
              <a:latin typeface="思源黑体 CN Normal"/>
              <a:ea typeface="思源黑体 CN Normal"/>
              <a:cs typeface="思源黑体 CN Normal"/>
              <a:sym typeface="思源黑体 CN Normal"/>
            </a:endParaRPr>
          </a:p>
        </p:txBody>
      </p:sp>
      <p:sp>
        <p:nvSpPr>
          <p:cNvPr id="4" name="AutoShape 4"/>
          <p:cNvSpPr/>
          <p:nvPr>
            <p:ph type="body" sz="quarter" idx="122" hasCustomPrompt="1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思源黑体 CN Normal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思源黑体 CN Normal"/>
                <a:ea typeface="思源黑体 CN Normal"/>
                <a:cs typeface="思源黑体 CN Normal"/>
                <a:sym typeface="思源黑体 CN Normal"/>
              </a:rPr>
              <a:t>2022/12/3</a:t>
            </a:r>
            <a:endParaRPr lang="en-US" sz="1200" b="0" i="0" u="none" strike="noStrike">
              <a:solidFill>
                <a:srgbClr val="898989"/>
              </a:solidFill>
              <a:latin typeface="思源黑体 CN Normal"/>
              <a:ea typeface="思源黑体 CN Normal"/>
              <a:cs typeface="思源黑体 CN Normal"/>
              <a:sym typeface="思源黑体 CN Normal"/>
            </a:endParaRPr>
          </a:p>
        </p:txBody>
      </p:sp>
      <p:sp>
        <p:nvSpPr>
          <p:cNvPr id="5" name="AutoShape 5"/>
          <p:cNvSpPr/>
          <p:nvPr>
            <p:ph type="body" sz="quarter" idx="123" hasCustomPrompt="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思源黑体 CN Normal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思源黑体 CN Normal"/>
                <a:ea typeface="思源黑体 CN Normal"/>
                <a:cs typeface="思源黑体 CN Normal"/>
                <a:sym typeface="思源黑体 CN Normal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思源黑体 CN Normal"/>
              <a:ea typeface="思源黑体 CN Normal"/>
              <a:cs typeface="思源黑体 CN Normal"/>
              <a:sym typeface="思源黑体 CN Normal"/>
            </a:endParaRPr>
          </a:p>
        </p:txBody>
      </p:sp>
      <p:sp>
        <p:nvSpPr>
          <p:cNvPr id="6" name="AutoShape 6"/>
          <p:cNvSpPr/>
          <p:nvPr>
            <p:ph type="body" sz="quarter" idx="124" hasCustomPrompt="1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思源黑体 CN Norm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27E28FFE-65A1-4A45-8FBE-3AB00FB9098D}" type="slidenum">
              <a:rPr sz="1200" b="0" i="0" u="none" strike="noStrike">
                <a:solidFill>
                  <a:srgbClr val="898989"/>
                </a:solidFill>
                <a:latin typeface="思源黑体 CN Normal"/>
                <a:ea typeface="思源黑体 CN Normal"/>
                <a:cs typeface="思源黑体 CN Normal"/>
                <a:sym typeface="思源黑体 CN Normal"/>
              </a:rPr>
            </a:fld>
            <a:endParaRPr sz="1200" b="0" i="0" u="none" strike="noStrike">
              <a:solidFill>
                <a:srgbClr val="898989"/>
              </a:solidFill>
              <a:latin typeface="思源黑体 CN Normal"/>
              <a:ea typeface="思源黑体 CN Normal"/>
              <a:cs typeface="思源黑体 CN Normal"/>
              <a:sym typeface="思源黑体 CN Normal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125" hasCustomPrompt="1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eaVert" wrap="square" lIns="91440" tIns="45720" rIns="91440" bIns="45720" anchor="ctr">
            <a:normAutofit/>
          </a:bodyPr>
          <a:lstStyle>
            <a:lvl1pPr algn="l">
              <a:lnSpc>
                <a:spcPct val="92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等线 Light" panose="02010600030101010101" charset="-122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  <a:sym typeface="等线 Light" panose="02010600030101010101" charset="-122"/>
              </a:rPr>
              <a:t>单击此处编辑母版标题样式</a:t>
            </a:r>
            <a:endParaRPr lang="en-US" sz="4400" b="0" i="0" u="none" strike="noStrike">
              <a:solidFill>
                <a:srgbClr val="000000"/>
              </a:solidFill>
              <a:latin typeface="等线 Light" panose="02010600030101010101" charset="-122"/>
              <a:ea typeface="等线 Light" panose="02010600030101010101" charset="-122"/>
              <a:cs typeface="等线 Light" panose="02010600030101010101" charset="-122"/>
              <a:sym typeface="等线 Light" panose="02010600030101010101" charset="-122"/>
            </a:endParaRPr>
          </a:p>
        </p:txBody>
      </p:sp>
      <p:sp>
        <p:nvSpPr>
          <p:cNvPr id="3" name="AutoShape 3"/>
          <p:cNvSpPr/>
          <p:nvPr>
            <p:ph type="body" sz="quarter" idx="126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eaVert" wrap="square" lIns="91440" tIns="45720" rIns="91440" bIns="45720" anchor="t">
            <a:normAutofit/>
          </a:bodyPr>
          <a:lstStyle>
            <a:lvl1pPr marL="584200" indent="-355600" algn="l">
              <a:lnSpc>
                <a:spcPct val="92000"/>
              </a:lnSpc>
              <a:defRPr sz="2800" b="0" i="0" u="none" strike="noStrike" spc="0">
                <a:solidFill>
                  <a:srgbClr val="000000">
                    <a:alpha val="100000"/>
                  </a:srgbClr>
                </a:solidFill>
                <a:latin typeface="思源黑体 CN Normal"/>
              </a:defRPr>
            </a:lvl1pPr>
            <a:lvl2pPr/>
            <a:lvl3pPr/>
            <a:lvl4pPr/>
            <a:lvl5pPr/>
            <a:lvl6pPr/>
            <a:lvl7pPr/>
            <a:lvl8pPr/>
            <a:lvl9pPr/>
          </a:lstStyle>
          <a:p>
            <a:pPr marL="228600" indent="-228600" algn="l">
              <a:lnSpc>
                <a:spcPct val="92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i="0" u="none" strike="noStrike">
                <a:solidFill>
                  <a:srgbClr val="000000"/>
                </a:solidFill>
                <a:latin typeface="思源黑体 CN Normal"/>
                <a:ea typeface="思源黑体 CN Normal"/>
                <a:cs typeface="思源黑体 CN Normal"/>
                <a:sym typeface="思源黑体 CN Normal"/>
              </a:rPr>
              <a:t>单击此处编辑母版文本样式</a:t>
            </a:r>
            <a:endParaRPr lang="en-US" sz="2800" b="0" i="0" u="none" strike="noStrike">
              <a:solidFill>
                <a:srgbClr val="000000"/>
              </a:solidFill>
              <a:latin typeface="思源黑体 CN Normal"/>
              <a:ea typeface="思源黑体 CN Normal"/>
              <a:cs typeface="思源黑体 CN Normal"/>
              <a:sym typeface="思源黑体 CN Normal"/>
            </a:endParaRPr>
          </a:p>
          <a:p>
            <a:pPr marL="685800" lvl="1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思源黑体 CN Normal"/>
                <a:ea typeface="思源黑体 CN Normal"/>
                <a:cs typeface="思源黑体 CN Normal"/>
                <a:sym typeface="思源黑体 CN Normal"/>
              </a:rPr>
              <a:t>二级</a:t>
            </a:r>
            <a:endParaRPr lang="en-US" sz="2400" b="0" i="0" u="none" strike="noStrike">
              <a:solidFill>
                <a:srgbClr val="000000"/>
              </a:solidFill>
              <a:latin typeface="思源黑体 CN Normal"/>
              <a:ea typeface="思源黑体 CN Normal"/>
              <a:cs typeface="思源黑体 CN Normal"/>
              <a:sym typeface="思源黑体 CN Normal"/>
            </a:endParaRPr>
          </a:p>
          <a:p>
            <a:pPr marL="1143000" lvl="2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000" b="0" i="0" u="none" strike="noStrike">
                <a:solidFill>
                  <a:srgbClr val="000000"/>
                </a:solidFill>
                <a:latin typeface="思源黑体 CN Normal"/>
                <a:ea typeface="思源黑体 CN Normal"/>
                <a:cs typeface="思源黑体 CN Normal"/>
                <a:sym typeface="思源黑体 CN Normal"/>
              </a:rPr>
              <a:t>三级</a:t>
            </a:r>
            <a:endParaRPr lang="en-US" sz="2000" b="0" i="0" u="none" strike="noStrike">
              <a:solidFill>
                <a:srgbClr val="000000"/>
              </a:solidFill>
              <a:latin typeface="思源黑体 CN Normal"/>
              <a:ea typeface="思源黑体 CN Normal"/>
              <a:cs typeface="思源黑体 CN Normal"/>
              <a:sym typeface="思源黑体 CN Normal"/>
            </a:endParaRPr>
          </a:p>
          <a:p>
            <a:pPr marL="1600200" lvl="3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思源黑体 CN Normal"/>
                <a:ea typeface="思源黑体 CN Normal"/>
                <a:cs typeface="思源黑体 CN Normal"/>
                <a:sym typeface="思源黑体 CN Normal"/>
              </a:rPr>
              <a:t>四级</a:t>
            </a:r>
            <a:endParaRPr lang="en-US" sz="1800" b="0" i="0" u="none" strike="noStrike">
              <a:solidFill>
                <a:srgbClr val="000000"/>
              </a:solidFill>
              <a:latin typeface="思源黑体 CN Normal"/>
              <a:ea typeface="思源黑体 CN Normal"/>
              <a:cs typeface="思源黑体 CN Normal"/>
              <a:sym typeface="思源黑体 CN Normal"/>
            </a:endParaRPr>
          </a:p>
          <a:p>
            <a:pPr marL="2057400" lvl="4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思源黑体 CN Normal"/>
                <a:ea typeface="思源黑体 CN Normal"/>
                <a:cs typeface="思源黑体 CN Normal"/>
                <a:sym typeface="思源黑体 CN Normal"/>
              </a:rPr>
              <a:t>五级</a:t>
            </a:r>
            <a:endParaRPr lang="en-US" sz="1800" b="0" i="0" u="none" strike="noStrike">
              <a:solidFill>
                <a:srgbClr val="000000"/>
              </a:solidFill>
              <a:latin typeface="思源黑体 CN Normal"/>
              <a:ea typeface="思源黑体 CN Normal"/>
              <a:cs typeface="思源黑体 CN Normal"/>
              <a:sym typeface="思源黑体 CN Normal"/>
            </a:endParaRPr>
          </a:p>
        </p:txBody>
      </p:sp>
      <p:sp>
        <p:nvSpPr>
          <p:cNvPr id="4" name="AutoShape 4"/>
          <p:cNvSpPr/>
          <p:nvPr>
            <p:ph type="body" sz="quarter" idx="127" hasCustomPrompt="1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思源黑体 CN Normal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思源黑体 CN Normal"/>
                <a:ea typeface="思源黑体 CN Normal"/>
                <a:cs typeface="思源黑体 CN Normal"/>
                <a:sym typeface="思源黑体 CN Normal"/>
              </a:rPr>
              <a:t>2022/12/3</a:t>
            </a:r>
            <a:endParaRPr lang="en-US" sz="1200" b="0" i="0" u="none" strike="noStrike">
              <a:solidFill>
                <a:srgbClr val="898989"/>
              </a:solidFill>
              <a:latin typeface="思源黑体 CN Normal"/>
              <a:ea typeface="思源黑体 CN Normal"/>
              <a:cs typeface="思源黑体 CN Normal"/>
              <a:sym typeface="思源黑体 CN Normal"/>
            </a:endParaRPr>
          </a:p>
        </p:txBody>
      </p:sp>
      <p:sp>
        <p:nvSpPr>
          <p:cNvPr id="5" name="AutoShape 5"/>
          <p:cNvSpPr/>
          <p:nvPr>
            <p:ph type="body" sz="quarter" idx="128" hasCustomPrompt="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思源黑体 CN Normal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思源黑体 CN Normal"/>
                <a:ea typeface="思源黑体 CN Normal"/>
                <a:cs typeface="思源黑体 CN Normal"/>
                <a:sym typeface="思源黑体 CN Normal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思源黑体 CN Normal"/>
              <a:ea typeface="思源黑体 CN Normal"/>
              <a:cs typeface="思源黑体 CN Normal"/>
              <a:sym typeface="思源黑体 CN Normal"/>
            </a:endParaRPr>
          </a:p>
        </p:txBody>
      </p:sp>
      <p:sp>
        <p:nvSpPr>
          <p:cNvPr id="6" name="AutoShape 6"/>
          <p:cNvSpPr/>
          <p:nvPr>
            <p:ph type="body" sz="quarter" idx="129" hasCustomPrompt="1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思源黑体 CN Norm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F4240412-C6D8-47C9-8CB4-F5650886082E}" type="slidenum">
              <a:rPr sz="1200" b="0" i="0" u="none" strike="noStrike">
                <a:solidFill>
                  <a:srgbClr val="898989"/>
                </a:solidFill>
                <a:latin typeface="思源黑体 CN Normal"/>
                <a:ea typeface="思源黑体 CN Normal"/>
                <a:cs typeface="思源黑体 CN Normal"/>
                <a:sym typeface="思源黑体 CN Normal"/>
              </a:rPr>
            </a:fld>
            <a:endParaRPr sz="1200" b="0" i="0" u="none" strike="noStrike">
              <a:solidFill>
                <a:srgbClr val="898989"/>
              </a:solidFill>
              <a:latin typeface="思源黑体 CN Normal"/>
              <a:ea typeface="思源黑体 CN Normal"/>
              <a:cs typeface="思源黑体 CN Normal"/>
              <a:sym typeface="思源黑体 CN Normal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135" hasCustomPrompt="1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Autofit/>
          </a:bodyPr>
          <a:lstStyle>
            <a:lvl1pPr algn="ctr">
              <a:lnSpc>
                <a:spcPct val="92000"/>
              </a:lnSpc>
              <a:defRPr sz="6000" b="0" i="0" u="none" strike="noStrike" spc="0">
                <a:solidFill>
                  <a:srgbClr val="000000">
                    <a:alpha val="100000"/>
                  </a:srgbClr>
                </a:solidFill>
                <a:latin typeface="思源黑体 CN Normal"/>
              </a:defRPr>
            </a:lvl1pPr>
          </a:lstStyle>
          <a:p>
            <a:pPr marL="0" indent="0" algn="ctr">
              <a:lnSpc>
                <a:spcPct val="92000"/>
              </a:lnSpc>
            </a:pPr>
            <a:r>
              <a:rPr lang="en-US" sz="6000" b="0" i="0" u="none" strike="noStrike">
                <a:solidFill>
                  <a:srgbClr val="000000"/>
                </a:solidFill>
                <a:latin typeface="思源黑体 CN Normal"/>
                <a:ea typeface="思源黑体 CN Normal"/>
                <a:cs typeface="思源黑体 CN Normal"/>
                <a:sym typeface="思源黑体 CN Normal"/>
              </a:rPr>
              <a:t>单击此处编辑母版标题样式</a:t>
            </a:r>
            <a:endParaRPr lang="en-US" sz="6000" b="0" i="0" u="none" strike="noStrike">
              <a:solidFill>
                <a:srgbClr val="000000"/>
              </a:solidFill>
              <a:latin typeface="思源黑体 CN Normal"/>
              <a:ea typeface="思源黑体 CN Normal"/>
              <a:cs typeface="思源黑体 CN Normal"/>
              <a:sym typeface="思源黑体 CN Normal"/>
            </a:endParaRPr>
          </a:p>
        </p:txBody>
      </p:sp>
      <p:sp>
        <p:nvSpPr>
          <p:cNvPr id="3" name="AutoShape 3"/>
          <p:cNvSpPr/>
          <p:nvPr>
            <p:ph type="body" sz="quarter" idx="136" hasCustomPrompt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rmAutofit/>
          </a:bodyPr>
          <a:lstStyle>
            <a:lvl1pPr algn="ctr">
              <a:lnSpc>
                <a:spcPct val="92000"/>
              </a:lnSpc>
              <a:defRPr sz="2400" b="0" i="0" u="none" strike="noStrike" spc="0">
                <a:solidFill>
                  <a:srgbClr val="000000">
                    <a:alpha val="100000"/>
                  </a:srgbClr>
                </a:solidFill>
                <a:latin typeface="思源黑体 CN Normal"/>
              </a:defRPr>
            </a:lvl1pPr>
          </a:lstStyle>
          <a:p>
            <a:pPr marL="0" indent="0" algn="ctr">
              <a:lnSpc>
                <a:spcPct val="92000"/>
              </a:lnSpc>
              <a:spcBef>
                <a:spcPts val="1000"/>
              </a:spcBef>
            </a:pPr>
            <a:r>
              <a:rPr lang="en-US" sz="2400" b="0" i="0" u="none" strike="noStrike">
                <a:solidFill>
                  <a:srgbClr val="000000"/>
                </a:solidFill>
                <a:latin typeface="思源黑体 CN Normal"/>
                <a:ea typeface="思源黑体 CN Normal"/>
                <a:cs typeface="思源黑体 CN Normal"/>
                <a:sym typeface="思源黑体 CN Normal"/>
              </a:rPr>
              <a:t>单击此处编辑母版副标题样式</a:t>
            </a:r>
            <a:endParaRPr lang="en-US" sz="2400" b="0" i="0" u="none" strike="noStrike">
              <a:solidFill>
                <a:srgbClr val="000000"/>
              </a:solidFill>
              <a:latin typeface="思源黑体 CN Normal"/>
              <a:ea typeface="思源黑体 CN Normal"/>
              <a:cs typeface="思源黑体 CN Normal"/>
              <a:sym typeface="思源黑体 CN Normal"/>
            </a:endParaRPr>
          </a:p>
        </p:txBody>
      </p:sp>
      <p:sp>
        <p:nvSpPr>
          <p:cNvPr id="4" name="AutoShape 4"/>
          <p:cNvSpPr/>
          <p:nvPr>
            <p:ph type="body" sz="quarter" idx="137" hasCustomPrompt="1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思源黑体 CN Normal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思源黑体 CN Normal"/>
                <a:ea typeface="思源黑体 CN Normal"/>
                <a:cs typeface="思源黑体 CN Normal"/>
                <a:sym typeface="思源黑体 CN Normal"/>
              </a:rPr>
              <a:t>2022/12/3</a:t>
            </a:r>
            <a:endParaRPr lang="en-US" sz="1200" b="0" i="0" u="none" strike="noStrike">
              <a:solidFill>
                <a:srgbClr val="898989"/>
              </a:solidFill>
              <a:latin typeface="思源黑体 CN Normal"/>
              <a:ea typeface="思源黑体 CN Normal"/>
              <a:cs typeface="思源黑体 CN Normal"/>
              <a:sym typeface="思源黑体 CN Normal"/>
            </a:endParaRPr>
          </a:p>
        </p:txBody>
      </p:sp>
      <p:sp>
        <p:nvSpPr>
          <p:cNvPr id="5" name="AutoShape 5"/>
          <p:cNvSpPr/>
          <p:nvPr>
            <p:ph type="body" sz="quarter" idx="138" hasCustomPrompt="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思源黑体 CN Normal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思源黑体 CN Normal"/>
                <a:ea typeface="思源黑体 CN Normal"/>
                <a:cs typeface="思源黑体 CN Normal"/>
                <a:sym typeface="思源黑体 CN Normal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思源黑体 CN Normal"/>
              <a:ea typeface="思源黑体 CN Normal"/>
              <a:cs typeface="思源黑体 CN Normal"/>
              <a:sym typeface="思源黑体 CN Normal"/>
            </a:endParaRPr>
          </a:p>
        </p:txBody>
      </p:sp>
      <p:sp>
        <p:nvSpPr>
          <p:cNvPr id="6" name="AutoShape 6"/>
          <p:cNvSpPr/>
          <p:nvPr>
            <p:ph type="body" sz="quarter" idx="139" hasCustomPrompt="1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思源黑体 CN Norm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06518720-FB92-470B-AD22-55BF5B61D6DF}" type="slidenum">
              <a:rPr sz="1200" b="0" i="0" u="none" strike="noStrike">
                <a:solidFill>
                  <a:srgbClr val="898989"/>
                </a:solidFill>
                <a:latin typeface="思源黑体 CN Normal"/>
                <a:ea typeface="思源黑体 CN Normal"/>
                <a:cs typeface="思源黑体 CN Normal"/>
                <a:sym typeface="思源黑体 CN Normal"/>
              </a:rPr>
            </a:fld>
            <a:endParaRPr sz="1200" b="0" i="0" u="none" strike="noStrike">
              <a:solidFill>
                <a:srgbClr val="898989"/>
              </a:solidFill>
              <a:latin typeface="思源黑体 CN Normal"/>
              <a:ea typeface="思源黑体 CN Normal"/>
              <a:cs typeface="思源黑体 CN Normal"/>
              <a:sym typeface="思源黑体 CN Normal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140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l">
              <a:lnSpc>
                <a:spcPct val="92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思源黑体 CN Normal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思源黑体 CN Normal"/>
                <a:ea typeface="思源黑体 CN Normal"/>
                <a:cs typeface="思源黑体 CN Normal"/>
                <a:sym typeface="思源黑体 CN Normal"/>
              </a:rPr>
              <a:t>单击此处编辑母版标题样式</a:t>
            </a:r>
            <a:endParaRPr lang="en-US" sz="4400" b="0" i="0" u="none" strike="noStrike">
              <a:solidFill>
                <a:srgbClr val="000000"/>
              </a:solidFill>
              <a:latin typeface="思源黑体 CN Normal"/>
              <a:ea typeface="思源黑体 CN Normal"/>
              <a:cs typeface="思源黑体 CN Normal"/>
              <a:sym typeface="思源黑体 CN Normal"/>
            </a:endParaRPr>
          </a:p>
        </p:txBody>
      </p:sp>
      <p:sp>
        <p:nvSpPr>
          <p:cNvPr id="3" name="AutoShape 3"/>
          <p:cNvSpPr/>
          <p:nvPr>
            <p:ph type="body" sz="quarter" idx="14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rmAutofit/>
          </a:bodyPr>
          <a:lstStyle>
            <a:lvl1pPr marL="584200" indent="-355600" algn="l">
              <a:lnSpc>
                <a:spcPct val="92000"/>
              </a:lnSpc>
              <a:defRPr sz="2800" b="0" i="0" u="none" strike="noStrike" spc="0">
                <a:solidFill>
                  <a:srgbClr val="000000">
                    <a:alpha val="100000"/>
                  </a:srgbClr>
                </a:solidFill>
                <a:latin typeface="思源黑体 CN Normal"/>
              </a:defRPr>
            </a:lvl1pPr>
            <a:lvl2pPr/>
            <a:lvl3pPr/>
            <a:lvl4pPr/>
            <a:lvl5pPr/>
            <a:lvl6pPr/>
            <a:lvl7pPr/>
            <a:lvl8pPr/>
            <a:lvl9pPr/>
          </a:lstStyle>
          <a:p>
            <a:pPr marL="228600" indent="-228600" algn="l">
              <a:lnSpc>
                <a:spcPct val="92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i="0" u="none" strike="noStrike">
                <a:solidFill>
                  <a:srgbClr val="000000"/>
                </a:solidFill>
                <a:latin typeface="思源黑体 CN Normal"/>
                <a:ea typeface="思源黑体 CN Normal"/>
                <a:cs typeface="思源黑体 CN Normal"/>
                <a:sym typeface="思源黑体 CN Normal"/>
              </a:rPr>
              <a:t>单击此处编辑母版文本样式</a:t>
            </a:r>
            <a:endParaRPr lang="en-US" sz="2800" b="0" i="0" u="none" strike="noStrike">
              <a:solidFill>
                <a:srgbClr val="000000"/>
              </a:solidFill>
              <a:latin typeface="思源黑体 CN Normal"/>
              <a:ea typeface="思源黑体 CN Normal"/>
              <a:cs typeface="思源黑体 CN Normal"/>
              <a:sym typeface="思源黑体 CN Normal"/>
            </a:endParaRPr>
          </a:p>
          <a:p>
            <a:pPr marL="685800" lvl="1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思源黑体 CN Normal"/>
                <a:ea typeface="思源黑体 CN Normal"/>
                <a:cs typeface="思源黑体 CN Normal"/>
                <a:sym typeface="思源黑体 CN Normal"/>
              </a:rPr>
              <a:t>二级</a:t>
            </a:r>
            <a:endParaRPr lang="en-US" sz="2400" b="0" i="0" u="none" strike="noStrike">
              <a:solidFill>
                <a:srgbClr val="000000"/>
              </a:solidFill>
              <a:latin typeface="思源黑体 CN Normal"/>
              <a:ea typeface="思源黑体 CN Normal"/>
              <a:cs typeface="思源黑体 CN Normal"/>
              <a:sym typeface="思源黑体 CN Normal"/>
            </a:endParaRPr>
          </a:p>
          <a:p>
            <a:pPr marL="1143000" lvl="2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000" b="0" i="0" u="none" strike="noStrike">
                <a:solidFill>
                  <a:srgbClr val="000000"/>
                </a:solidFill>
                <a:latin typeface="思源黑体 CN Normal"/>
                <a:ea typeface="思源黑体 CN Normal"/>
                <a:cs typeface="思源黑体 CN Normal"/>
                <a:sym typeface="思源黑体 CN Normal"/>
              </a:rPr>
              <a:t>三级</a:t>
            </a:r>
            <a:endParaRPr lang="en-US" sz="2000" b="0" i="0" u="none" strike="noStrike">
              <a:solidFill>
                <a:srgbClr val="000000"/>
              </a:solidFill>
              <a:latin typeface="思源黑体 CN Normal"/>
              <a:ea typeface="思源黑体 CN Normal"/>
              <a:cs typeface="思源黑体 CN Normal"/>
              <a:sym typeface="思源黑体 CN Normal"/>
            </a:endParaRPr>
          </a:p>
          <a:p>
            <a:pPr marL="1600200" lvl="3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思源黑体 CN Normal"/>
                <a:ea typeface="思源黑体 CN Normal"/>
                <a:cs typeface="思源黑体 CN Normal"/>
                <a:sym typeface="思源黑体 CN Normal"/>
              </a:rPr>
              <a:t>四级</a:t>
            </a:r>
            <a:endParaRPr lang="en-US" sz="1800" b="0" i="0" u="none" strike="noStrike">
              <a:solidFill>
                <a:srgbClr val="000000"/>
              </a:solidFill>
              <a:latin typeface="思源黑体 CN Normal"/>
              <a:ea typeface="思源黑体 CN Normal"/>
              <a:cs typeface="思源黑体 CN Normal"/>
              <a:sym typeface="思源黑体 CN Normal"/>
            </a:endParaRPr>
          </a:p>
          <a:p>
            <a:pPr marL="2057400" lvl="4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思源黑体 CN Normal"/>
                <a:ea typeface="思源黑体 CN Normal"/>
                <a:cs typeface="思源黑体 CN Normal"/>
                <a:sym typeface="思源黑体 CN Normal"/>
              </a:rPr>
              <a:t>五级</a:t>
            </a:r>
            <a:endParaRPr lang="en-US" sz="1800" b="0" i="0" u="none" strike="noStrike">
              <a:solidFill>
                <a:srgbClr val="000000"/>
              </a:solidFill>
              <a:latin typeface="思源黑体 CN Normal"/>
              <a:ea typeface="思源黑体 CN Normal"/>
              <a:cs typeface="思源黑体 CN Normal"/>
              <a:sym typeface="思源黑体 CN Normal"/>
            </a:endParaRPr>
          </a:p>
        </p:txBody>
      </p:sp>
      <p:sp>
        <p:nvSpPr>
          <p:cNvPr id="4" name="AutoShape 4"/>
          <p:cNvSpPr/>
          <p:nvPr>
            <p:ph type="body" sz="quarter" idx="142" hasCustomPrompt="1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思源黑体 CN Normal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思源黑体 CN Normal"/>
                <a:ea typeface="思源黑体 CN Normal"/>
                <a:cs typeface="思源黑体 CN Normal"/>
                <a:sym typeface="思源黑体 CN Normal"/>
              </a:rPr>
              <a:t>2022/12/3</a:t>
            </a:r>
            <a:endParaRPr lang="en-US" sz="1200" b="0" i="0" u="none" strike="noStrike">
              <a:solidFill>
                <a:srgbClr val="898989"/>
              </a:solidFill>
              <a:latin typeface="思源黑体 CN Normal"/>
              <a:ea typeface="思源黑体 CN Normal"/>
              <a:cs typeface="思源黑体 CN Normal"/>
              <a:sym typeface="思源黑体 CN Normal"/>
            </a:endParaRPr>
          </a:p>
        </p:txBody>
      </p:sp>
      <p:sp>
        <p:nvSpPr>
          <p:cNvPr id="5" name="AutoShape 5"/>
          <p:cNvSpPr/>
          <p:nvPr>
            <p:ph type="body" sz="quarter" idx="143" hasCustomPrompt="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思源黑体 CN Normal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思源黑体 CN Normal"/>
                <a:ea typeface="思源黑体 CN Normal"/>
                <a:cs typeface="思源黑体 CN Normal"/>
                <a:sym typeface="思源黑体 CN Normal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思源黑体 CN Normal"/>
              <a:ea typeface="思源黑体 CN Normal"/>
              <a:cs typeface="思源黑体 CN Normal"/>
              <a:sym typeface="思源黑体 CN Normal"/>
            </a:endParaRPr>
          </a:p>
        </p:txBody>
      </p:sp>
      <p:sp>
        <p:nvSpPr>
          <p:cNvPr id="6" name="AutoShape 6"/>
          <p:cNvSpPr/>
          <p:nvPr>
            <p:ph type="body" sz="quarter" idx="144" hasCustomPrompt="1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思源黑体 CN Norm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73B378AD-95D1-4C57-9BD1-D828174B81D4}" type="slidenum">
              <a:rPr sz="1200" b="0" i="0" u="none" strike="noStrike">
                <a:solidFill>
                  <a:srgbClr val="898989"/>
                </a:solidFill>
                <a:latin typeface="思源黑体 CN Normal"/>
                <a:ea typeface="思源黑体 CN Normal"/>
                <a:cs typeface="思源黑体 CN Normal"/>
                <a:sym typeface="思源黑体 CN Normal"/>
              </a:rPr>
            </a:fld>
            <a:endParaRPr sz="1200" b="0" i="0" u="none" strike="noStrike">
              <a:solidFill>
                <a:srgbClr val="898989"/>
              </a:solidFill>
              <a:latin typeface="思源黑体 CN Normal"/>
              <a:ea typeface="思源黑体 CN Normal"/>
              <a:cs typeface="思源黑体 CN Normal"/>
              <a:sym typeface="思源黑体 CN Normal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3.xml"/><Relationship Id="rId8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6.xml"/><Relationship Id="rId12" Type="http://schemas.openxmlformats.org/officeDocument/2006/relationships/theme" Target="../theme/theme4.xml"/><Relationship Id="rId11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4.xml"/><Relationship Id="rId1" Type="http://schemas.openxmlformats.org/officeDocument/2006/relationships/slideLayout" Target="../slideLayouts/slideLayout25.xml"/></Relationships>
</file>

<file path=ppt/slideMasters/_rels/slideMaster5.xml.rels><?xml version="1.0" encoding="UTF-8" standalone="yes"?>
<Relationships xmlns="http://schemas.openxmlformats.org/package/2006/relationships"><Relationship Id="rId4" Type="http://schemas.openxmlformats.org/officeDocument/2006/relationships/theme" Target="../theme/theme5.xml"/><Relationship Id="rId3" Type="http://schemas.openxmlformats.org/officeDocument/2006/relationships/slideLayout" Target="../slideLayouts/slideLayout38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AutoShape 1"/>
          <p:cNvSpPr/>
          <p:nvPr>
            <p:ph type="body" sz="quarter" idx="1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100000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33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" name="AutoShape 2"/>
          <p:cNvSpPr/>
          <p:nvPr>
            <p:ph type="body" sz="quarter" idx="2" hasCustomPrompt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100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2100" b="0" i="0" u="none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/>
          <p:cNvSpPr/>
          <p:nvPr>
            <p:ph type="body" sz="quarter" idx="3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>
            <p:ph type="body" sz="quarter" idx="4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AutoShape 6"/>
          <p:cNvSpPr/>
          <p:nvPr>
            <p:ph type="body" sz="quarter" idx="5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2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892D7DB0-09CB-4C62-8615-058388720380}" type="slidenum">
              <a:rPr sz="900" b="0" i="0" u="none" strike="noStrik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 b="0" i="0" u="none" strike="noStrik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AutoShape 1"/>
          <p:cNvSpPr/>
          <p:nvPr>
            <p:ph type="body" sz="quarter" idx="67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l">
              <a:lnSpc>
                <a:spcPct val="92000"/>
              </a:lnSpc>
              <a:defRPr sz="4400" b="1" i="0" u="none" strike="noStrike" spc="0">
                <a:solidFill>
                  <a:srgbClr val="000000">
                    <a:alpha val="100000"/>
                  </a:srgbClr>
                </a:solidFill>
                <a:latin typeface="等线 Light" panose="02010600030101010101" charset="-122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4400" b="1" i="0" u="none" strike="noStrike">
                <a:solidFill>
                  <a:srgbClr val="000000"/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  <a:sym typeface="等线 Light" panose="02010600030101010101" charset="-122"/>
              </a:rPr>
              <a:t>单击此处编辑母版标题样式</a:t>
            </a:r>
            <a:endParaRPr lang="en-US" sz="4400" b="1" i="0" u="none" strike="noStrike">
              <a:solidFill>
                <a:srgbClr val="000000"/>
              </a:solidFill>
              <a:latin typeface="等线 Light" panose="02010600030101010101" charset="-122"/>
              <a:ea typeface="等线 Light" panose="02010600030101010101" charset="-122"/>
              <a:cs typeface="等线 Light" panose="02010600030101010101" charset="-122"/>
              <a:sym typeface="等线 Light" panose="02010600030101010101" charset="-122"/>
            </a:endParaRPr>
          </a:p>
        </p:txBody>
      </p:sp>
      <p:sp>
        <p:nvSpPr>
          <p:cNvPr id="2" name="AutoShape 2"/>
          <p:cNvSpPr/>
          <p:nvPr>
            <p:ph type="body" sz="quarter" idx="68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t">
            <a:normAutofit/>
          </a:bodyPr>
          <a:lstStyle>
            <a:lvl1pPr marL="584200" indent="-355600" algn="l">
              <a:lnSpc>
                <a:spcPct val="92000"/>
              </a:lnSpc>
              <a:defRPr sz="2800" b="0" i="0" u="none" strike="noStrike" spc="0">
                <a:solidFill>
                  <a:srgbClr val="000000">
                    <a:alpha val="100000"/>
                  </a:srgbClr>
                </a:solidFill>
                <a:latin typeface="思源黑体 CN Normal"/>
              </a:defRPr>
            </a:lvl1pPr>
            <a:lvl2pPr/>
            <a:lvl3pPr/>
            <a:lvl4pPr/>
            <a:lvl5pPr/>
            <a:lvl6pPr/>
            <a:lvl7pPr/>
            <a:lvl8pPr/>
            <a:lvl9pPr/>
          </a:lstStyle>
          <a:p>
            <a:pPr marL="228600" indent="-228600" algn="l">
              <a:lnSpc>
                <a:spcPct val="92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i="0" u="none" strike="noStrike">
                <a:solidFill>
                  <a:srgbClr val="000000"/>
                </a:solidFill>
                <a:latin typeface="思源黑体 CN Normal"/>
                <a:ea typeface="思源黑体 CN Normal"/>
                <a:cs typeface="思源黑体 CN Normal"/>
                <a:sym typeface="思源黑体 CN Normal"/>
              </a:rPr>
              <a:t>单击此处编辑母版文本样式</a:t>
            </a:r>
            <a:endParaRPr lang="en-US" sz="2800" b="0" i="0" u="none" strike="noStrike">
              <a:solidFill>
                <a:srgbClr val="000000"/>
              </a:solidFill>
              <a:latin typeface="思源黑体 CN Normal"/>
              <a:ea typeface="思源黑体 CN Normal"/>
              <a:cs typeface="思源黑体 CN Normal"/>
              <a:sym typeface="思源黑体 CN Normal"/>
            </a:endParaRPr>
          </a:p>
          <a:p>
            <a:pPr marL="685800" lvl="1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思源黑体 CN Normal"/>
                <a:ea typeface="思源黑体 CN Normal"/>
                <a:cs typeface="思源黑体 CN Normal"/>
                <a:sym typeface="思源黑体 CN Normal"/>
              </a:rPr>
              <a:t>二级</a:t>
            </a:r>
            <a:endParaRPr lang="en-US" sz="2400" b="0" i="0" u="none" strike="noStrike">
              <a:solidFill>
                <a:srgbClr val="000000"/>
              </a:solidFill>
              <a:latin typeface="思源黑体 CN Normal"/>
              <a:ea typeface="思源黑体 CN Normal"/>
              <a:cs typeface="思源黑体 CN Normal"/>
              <a:sym typeface="思源黑体 CN Normal"/>
            </a:endParaRPr>
          </a:p>
          <a:p>
            <a:pPr marL="1143000" lvl="2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000" b="0" i="0" u="none" strike="noStrike">
                <a:solidFill>
                  <a:srgbClr val="000000"/>
                </a:solidFill>
                <a:latin typeface="思源黑体 CN Normal"/>
                <a:ea typeface="思源黑体 CN Normal"/>
                <a:cs typeface="思源黑体 CN Normal"/>
                <a:sym typeface="思源黑体 CN Normal"/>
              </a:rPr>
              <a:t>三级</a:t>
            </a:r>
            <a:endParaRPr lang="en-US" sz="2000" b="0" i="0" u="none" strike="noStrike">
              <a:solidFill>
                <a:srgbClr val="000000"/>
              </a:solidFill>
              <a:latin typeface="思源黑体 CN Normal"/>
              <a:ea typeface="思源黑体 CN Normal"/>
              <a:cs typeface="思源黑体 CN Normal"/>
              <a:sym typeface="思源黑体 CN Normal"/>
            </a:endParaRPr>
          </a:p>
          <a:p>
            <a:pPr marL="1600200" lvl="3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思源黑体 CN Normal"/>
                <a:ea typeface="思源黑体 CN Normal"/>
                <a:cs typeface="思源黑体 CN Normal"/>
                <a:sym typeface="思源黑体 CN Normal"/>
              </a:rPr>
              <a:t>四级</a:t>
            </a:r>
            <a:endParaRPr lang="en-US" sz="1800" b="0" i="0" u="none" strike="noStrike">
              <a:solidFill>
                <a:srgbClr val="000000"/>
              </a:solidFill>
              <a:latin typeface="思源黑体 CN Normal"/>
              <a:ea typeface="思源黑体 CN Normal"/>
              <a:cs typeface="思源黑体 CN Normal"/>
              <a:sym typeface="思源黑体 CN Normal"/>
            </a:endParaRPr>
          </a:p>
          <a:p>
            <a:pPr marL="2057400" lvl="4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思源黑体 CN Normal"/>
                <a:ea typeface="思源黑体 CN Normal"/>
                <a:cs typeface="思源黑体 CN Normal"/>
                <a:sym typeface="思源黑体 CN Normal"/>
              </a:rPr>
              <a:t>五级</a:t>
            </a:r>
            <a:endParaRPr lang="en-US" sz="1800" b="0" i="0" u="none" strike="noStrike">
              <a:solidFill>
                <a:srgbClr val="000000"/>
              </a:solidFill>
              <a:latin typeface="思源黑体 CN Normal"/>
              <a:ea typeface="思源黑体 CN Normal"/>
              <a:cs typeface="思源黑体 CN Normal"/>
              <a:sym typeface="思源黑体 CN Normal"/>
            </a:endParaRPr>
          </a:p>
        </p:txBody>
      </p:sp>
      <p:sp>
        <p:nvSpPr>
          <p:cNvPr id="3" name="AutoShape 3"/>
          <p:cNvSpPr/>
          <p:nvPr>
            <p:ph type="body" sz="quarter" idx="69" hasCustomPrompt="1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思源黑体 CN Normal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思源黑体 CN Normal"/>
                <a:ea typeface="思源黑体 CN Normal"/>
                <a:cs typeface="思源黑体 CN Normal"/>
                <a:sym typeface="思源黑体 CN Normal"/>
              </a:rPr>
              <a:t>2022/12/3</a:t>
            </a:r>
            <a:endParaRPr lang="en-US" sz="1200" b="0" i="0" u="none" strike="noStrike">
              <a:solidFill>
                <a:srgbClr val="898989"/>
              </a:solidFill>
              <a:latin typeface="思源黑体 CN Normal"/>
              <a:ea typeface="思源黑体 CN Normal"/>
              <a:cs typeface="思源黑体 CN Normal"/>
              <a:sym typeface="思源黑体 CN Normal"/>
            </a:endParaRPr>
          </a:p>
        </p:txBody>
      </p:sp>
      <p:sp>
        <p:nvSpPr>
          <p:cNvPr id="4" name="AutoShape 4"/>
          <p:cNvSpPr/>
          <p:nvPr>
            <p:ph type="body" sz="quarter" idx="70" hasCustomPrompt="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等线" panose="02010600030101010101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AutoShape 6"/>
          <p:cNvSpPr/>
          <p:nvPr>
            <p:ph type="body" sz="quarter" idx="71" hasCustomPrompt="1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思源黑体 CN Norm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F3F47D39-874E-4DF6-9D9F-C31640705B91}" type="slidenum">
              <a:rPr sz="1200" b="0" i="0" u="none" strike="noStrike">
                <a:solidFill>
                  <a:srgbClr val="898989"/>
                </a:solidFill>
                <a:latin typeface="思源黑体 CN Normal"/>
                <a:ea typeface="思源黑体 CN Normal"/>
                <a:cs typeface="思源黑体 CN Normal"/>
                <a:sym typeface="思源黑体 CN Normal"/>
              </a:rPr>
            </a:fld>
            <a:endParaRPr sz="1200" b="0" i="0" u="none" strike="noStrike">
              <a:solidFill>
                <a:srgbClr val="898989"/>
              </a:solidFill>
              <a:latin typeface="思源黑体 CN Normal"/>
              <a:ea typeface="思源黑体 CN Normal"/>
              <a:cs typeface="思源黑体 CN Normal"/>
              <a:sym typeface="思源黑体 CN Norm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AutoShape 1"/>
          <p:cNvSpPr/>
          <p:nvPr>
            <p:ph type="body" sz="quarter" idx="130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l">
              <a:lnSpc>
                <a:spcPct val="92000"/>
              </a:lnSpc>
              <a:defRPr sz="4400" b="1" i="0" u="none" strike="noStrike" spc="0">
                <a:solidFill>
                  <a:srgbClr val="000000">
                    <a:alpha val="100000"/>
                  </a:srgbClr>
                </a:solidFill>
                <a:latin typeface="思源黑体 CN Normal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4400" b="1" i="0" u="none" strike="noStrike">
                <a:solidFill>
                  <a:srgbClr val="000000"/>
                </a:solidFill>
                <a:latin typeface="思源黑体 CN Normal"/>
                <a:ea typeface="思源黑体 CN Normal"/>
                <a:cs typeface="思源黑体 CN Normal"/>
                <a:sym typeface="思源黑体 CN Normal"/>
              </a:rPr>
              <a:t>单击此处编辑母版标题样式</a:t>
            </a:r>
            <a:endParaRPr lang="en-US" sz="4400" b="1" i="0" u="none" strike="noStrike">
              <a:solidFill>
                <a:srgbClr val="000000"/>
              </a:solidFill>
              <a:latin typeface="思源黑体 CN Normal"/>
              <a:ea typeface="思源黑体 CN Normal"/>
              <a:cs typeface="思源黑体 CN Normal"/>
              <a:sym typeface="思源黑体 CN Normal"/>
            </a:endParaRPr>
          </a:p>
        </p:txBody>
      </p:sp>
      <p:sp>
        <p:nvSpPr>
          <p:cNvPr id="2" name="AutoShape 2"/>
          <p:cNvSpPr/>
          <p:nvPr>
            <p:ph type="body" sz="quarter" idx="13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t">
            <a:normAutofit/>
          </a:bodyPr>
          <a:lstStyle>
            <a:lvl1pPr marL="584200" indent="-355600" algn="l">
              <a:lnSpc>
                <a:spcPct val="92000"/>
              </a:lnSpc>
              <a:defRPr sz="2800" b="0" i="0" u="none" strike="noStrike" spc="0">
                <a:solidFill>
                  <a:srgbClr val="000000">
                    <a:alpha val="100000"/>
                  </a:srgbClr>
                </a:solidFill>
                <a:latin typeface="思源黑体 CN Normal"/>
              </a:defRPr>
            </a:lvl1pPr>
            <a:lvl2pPr/>
            <a:lvl3pPr/>
            <a:lvl4pPr/>
            <a:lvl5pPr/>
            <a:lvl6pPr/>
            <a:lvl7pPr/>
            <a:lvl8pPr/>
            <a:lvl9pPr/>
          </a:lstStyle>
          <a:p>
            <a:pPr marL="228600" indent="-228600" algn="l">
              <a:lnSpc>
                <a:spcPct val="92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i="0" u="none" strike="noStrike">
                <a:solidFill>
                  <a:srgbClr val="000000"/>
                </a:solidFill>
                <a:latin typeface="思源黑体 CN Normal"/>
                <a:ea typeface="思源黑体 CN Normal"/>
                <a:cs typeface="思源黑体 CN Normal"/>
                <a:sym typeface="思源黑体 CN Normal"/>
              </a:rPr>
              <a:t>单击此处编辑母版文本样式</a:t>
            </a:r>
            <a:endParaRPr lang="en-US" sz="2800" b="0" i="0" u="none" strike="noStrike">
              <a:solidFill>
                <a:srgbClr val="000000"/>
              </a:solidFill>
              <a:latin typeface="思源黑体 CN Normal"/>
              <a:ea typeface="思源黑体 CN Normal"/>
              <a:cs typeface="思源黑体 CN Normal"/>
              <a:sym typeface="思源黑体 CN Normal"/>
            </a:endParaRPr>
          </a:p>
          <a:p>
            <a:pPr marL="685800" lvl="1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思源黑体 CN Normal"/>
                <a:ea typeface="思源黑体 CN Normal"/>
                <a:cs typeface="思源黑体 CN Normal"/>
                <a:sym typeface="思源黑体 CN Normal"/>
              </a:rPr>
              <a:t>二级</a:t>
            </a:r>
            <a:endParaRPr lang="en-US" sz="2400" b="0" i="0" u="none" strike="noStrike">
              <a:solidFill>
                <a:srgbClr val="000000"/>
              </a:solidFill>
              <a:latin typeface="思源黑体 CN Normal"/>
              <a:ea typeface="思源黑体 CN Normal"/>
              <a:cs typeface="思源黑体 CN Normal"/>
              <a:sym typeface="思源黑体 CN Normal"/>
            </a:endParaRPr>
          </a:p>
          <a:p>
            <a:pPr marL="1143000" lvl="2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000" b="0" i="0" u="none" strike="noStrike">
                <a:solidFill>
                  <a:srgbClr val="000000"/>
                </a:solidFill>
                <a:latin typeface="思源黑体 CN Normal"/>
                <a:ea typeface="思源黑体 CN Normal"/>
                <a:cs typeface="思源黑体 CN Normal"/>
                <a:sym typeface="思源黑体 CN Normal"/>
              </a:rPr>
              <a:t>三级</a:t>
            </a:r>
            <a:endParaRPr lang="en-US" sz="2000" b="0" i="0" u="none" strike="noStrike">
              <a:solidFill>
                <a:srgbClr val="000000"/>
              </a:solidFill>
              <a:latin typeface="思源黑体 CN Normal"/>
              <a:ea typeface="思源黑体 CN Normal"/>
              <a:cs typeface="思源黑体 CN Normal"/>
              <a:sym typeface="思源黑体 CN Normal"/>
            </a:endParaRPr>
          </a:p>
          <a:p>
            <a:pPr marL="1600200" lvl="3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思源黑体 CN Normal"/>
                <a:ea typeface="思源黑体 CN Normal"/>
                <a:cs typeface="思源黑体 CN Normal"/>
                <a:sym typeface="思源黑体 CN Normal"/>
              </a:rPr>
              <a:t>四级</a:t>
            </a:r>
            <a:endParaRPr lang="en-US" sz="1800" b="0" i="0" u="none" strike="noStrike">
              <a:solidFill>
                <a:srgbClr val="000000"/>
              </a:solidFill>
              <a:latin typeface="思源黑体 CN Normal"/>
              <a:ea typeface="思源黑体 CN Normal"/>
              <a:cs typeface="思源黑体 CN Normal"/>
              <a:sym typeface="思源黑体 CN Normal"/>
            </a:endParaRPr>
          </a:p>
          <a:p>
            <a:pPr marL="2057400" lvl="4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思源黑体 CN Normal"/>
                <a:ea typeface="思源黑体 CN Normal"/>
                <a:cs typeface="思源黑体 CN Normal"/>
                <a:sym typeface="思源黑体 CN Normal"/>
              </a:rPr>
              <a:t>五级</a:t>
            </a:r>
            <a:endParaRPr lang="en-US" sz="1800" b="0" i="0" u="none" strike="noStrike">
              <a:solidFill>
                <a:srgbClr val="000000"/>
              </a:solidFill>
              <a:latin typeface="思源黑体 CN Normal"/>
              <a:ea typeface="思源黑体 CN Normal"/>
              <a:cs typeface="思源黑体 CN Normal"/>
              <a:sym typeface="思源黑体 CN Normal"/>
            </a:endParaRPr>
          </a:p>
        </p:txBody>
      </p:sp>
      <p:sp>
        <p:nvSpPr>
          <p:cNvPr id="3" name="AutoShape 3"/>
          <p:cNvSpPr/>
          <p:nvPr>
            <p:ph type="body" sz="quarter" idx="132" hasCustomPrompt="1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思源黑体 CN Normal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思源黑体 CN Normal"/>
                <a:ea typeface="思源黑体 CN Normal"/>
                <a:cs typeface="思源黑体 CN Normal"/>
                <a:sym typeface="思源黑体 CN Normal"/>
              </a:rPr>
              <a:t>2022/12/3</a:t>
            </a:r>
            <a:endParaRPr lang="en-US" sz="1200" b="0" i="0" u="none" strike="noStrike">
              <a:solidFill>
                <a:srgbClr val="898989"/>
              </a:solidFill>
              <a:latin typeface="思源黑体 CN Normal"/>
              <a:ea typeface="思源黑体 CN Normal"/>
              <a:cs typeface="思源黑体 CN Normal"/>
              <a:sym typeface="思源黑体 CN Normal"/>
            </a:endParaRPr>
          </a:p>
        </p:txBody>
      </p:sp>
      <p:sp>
        <p:nvSpPr>
          <p:cNvPr id="4" name="AutoShape 4"/>
          <p:cNvSpPr/>
          <p:nvPr>
            <p:ph type="body" sz="quarter" idx="133" hasCustomPrompt="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等线" panose="02010600030101010101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Footer</a:t>
            </a:r>
            <a:endParaRPr lang="en-US" sz="1200" b="0" i="0" u="none" strike="noStrike">
              <a:solidFill>
                <a:srgbClr val="89898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AutoShape 6"/>
          <p:cNvSpPr/>
          <p:nvPr>
            <p:ph type="body" sz="quarter" idx="134" hasCustomPrompt="1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思源黑体 CN Norm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E36A1AEA-467F-4EDD-9F0A-80B5C98FDFAC}" type="slidenum">
              <a:rPr sz="1200" b="0" i="0" u="none" strike="noStrike">
                <a:solidFill>
                  <a:srgbClr val="898989"/>
                </a:solidFill>
                <a:latin typeface="思源黑体 CN Normal"/>
                <a:ea typeface="思源黑体 CN Normal"/>
                <a:cs typeface="思源黑体 CN Normal"/>
                <a:sym typeface="思源黑体 CN Normal"/>
              </a:rPr>
            </a:fld>
            <a:endParaRPr sz="1200" b="0" i="0" u="none" strike="noStrike">
              <a:solidFill>
                <a:srgbClr val="898989"/>
              </a:solidFill>
              <a:latin typeface="思源黑体 CN Normal"/>
              <a:ea typeface="思源黑体 CN Normal"/>
              <a:cs typeface="思源黑体 CN Normal"/>
              <a:sym typeface="思源黑体 CN Norm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3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5" Type="http://schemas.openxmlformats.org/officeDocument/2006/relationships/notesSlide" Target="../notesSlides/notesSlide2.xml"/><Relationship Id="rId14" Type="http://schemas.openxmlformats.org/officeDocument/2006/relationships/slideLayout" Target="../slideLayouts/slideLayout2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3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1" Type="http://schemas.openxmlformats.org/officeDocument/2006/relationships/notesSlide" Target="../notesSlides/notesSlide4.xml"/><Relationship Id="rId10" Type="http://schemas.openxmlformats.org/officeDocument/2006/relationships/slideLayout" Target="../slideLayouts/slideLayout23.xml"/><Relationship Id="rId1" Type="http://schemas.openxmlformats.org/officeDocument/2006/relationships/tags" Target="../tags/tag13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30.xml"/><Relationship Id="rId8" Type="http://schemas.openxmlformats.org/officeDocument/2006/relationships/tags" Target="../tags/tag29.xml"/><Relationship Id="rId7" Type="http://schemas.openxmlformats.org/officeDocument/2006/relationships/tags" Target="../tags/tag28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1" Type="http://schemas.openxmlformats.org/officeDocument/2006/relationships/notesSlide" Target="../notesSlides/notesSlide5.xml"/><Relationship Id="rId10" Type="http://schemas.openxmlformats.org/officeDocument/2006/relationships/slideLayout" Target="../slideLayouts/slideLayout23.xml"/><Relationship Id="rId1" Type="http://schemas.openxmlformats.org/officeDocument/2006/relationships/tags" Target="../tags/tag2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3.xml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38.xml"/><Relationship Id="rId8" Type="http://schemas.openxmlformats.org/officeDocument/2006/relationships/tags" Target="../tags/tag37.xml"/><Relationship Id="rId7" Type="http://schemas.openxmlformats.org/officeDocument/2006/relationships/tags" Target="../tags/tag36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5" Type="http://schemas.openxmlformats.org/officeDocument/2006/relationships/notesSlide" Target="../notesSlides/notesSlide7.xml"/><Relationship Id="rId14" Type="http://schemas.openxmlformats.org/officeDocument/2006/relationships/slideLayout" Target="../slideLayouts/slideLayout23.xml"/><Relationship Id="rId13" Type="http://schemas.openxmlformats.org/officeDocument/2006/relationships/tags" Target="../tags/tag42.xml"/><Relationship Id="rId12" Type="http://schemas.openxmlformats.org/officeDocument/2006/relationships/tags" Target="../tags/tag41.xml"/><Relationship Id="rId11" Type="http://schemas.openxmlformats.org/officeDocument/2006/relationships/tags" Target="../tags/tag40.xml"/><Relationship Id="rId10" Type="http://schemas.openxmlformats.org/officeDocument/2006/relationships/tags" Target="../tags/tag39.xml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3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50.xml"/><Relationship Id="rId8" Type="http://schemas.openxmlformats.org/officeDocument/2006/relationships/tags" Target="../tags/tag49.xml"/><Relationship Id="rId7" Type="http://schemas.openxmlformats.org/officeDocument/2006/relationships/tags" Target="../tags/tag48.xml"/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9" Type="http://schemas.openxmlformats.org/officeDocument/2006/relationships/notesSlide" Target="../notesSlides/notesSlide9.xml"/><Relationship Id="rId18" Type="http://schemas.openxmlformats.org/officeDocument/2006/relationships/slideLayout" Target="../slideLayouts/slideLayout23.xml"/><Relationship Id="rId17" Type="http://schemas.openxmlformats.org/officeDocument/2006/relationships/tags" Target="../tags/tag58.xml"/><Relationship Id="rId16" Type="http://schemas.openxmlformats.org/officeDocument/2006/relationships/tags" Target="../tags/tag57.xml"/><Relationship Id="rId15" Type="http://schemas.openxmlformats.org/officeDocument/2006/relationships/tags" Target="../tags/tag56.xml"/><Relationship Id="rId14" Type="http://schemas.openxmlformats.org/officeDocument/2006/relationships/tags" Target="../tags/tag55.xml"/><Relationship Id="rId13" Type="http://schemas.openxmlformats.org/officeDocument/2006/relationships/tags" Target="../tags/tag54.xml"/><Relationship Id="rId12" Type="http://schemas.openxmlformats.org/officeDocument/2006/relationships/tags" Target="../tags/tag53.xml"/><Relationship Id="rId11" Type="http://schemas.openxmlformats.org/officeDocument/2006/relationships/tags" Target="../tags/tag52.xml"/><Relationship Id="rId10" Type="http://schemas.openxmlformats.org/officeDocument/2006/relationships/tags" Target="../tags/tag51.xml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3.xml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1.xml"/><Relationship Id="rId8" Type="http://schemas.openxmlformats.org/officeDocument/2006/relationships/slideLayout" Target="../slideLayouts/slideLayout23.xml"/><Relationship Id="rId7" Type="http://schemas.openxmlformats.org/officeDocument/2006/relationships/tags" Target="../tags/tag64.xml"/><Relationship Id="rId6" Type="http://schemas.openxmlformats.org/officeDocument/2006/relationships/tags" Target="../tags/tag63.xml"/><Relationship Id="rId5" Type="http://schemas.openxmlformats.org/officeDocument/2006/relationships/tags" Target="../tags/tag62.xml"/><Relationship Id="rId4" Type="http://schemas.openxmlformats.org/officeDocument/2006/relationships/tags" Target="../tags/tag61.xml"/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3.xml"/><Relationship Id="rId1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72.xml"/><Relationship Id="rId8" Type="http://schemas.openxmlformats.org/officeDocument/2006/relationships/tags" Target="../tags/tag71.xml"/><Relationship Id="rId7" Type="http://schemas.openxmlformats.org/officeDocument/2006/relationships/tags" Target="../tags/tag70.xml"/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1" Type="http://schemas.openxmlformats.org/officeDocument/2006/relationships/notesSlide" Target="../notesSlides/notesSlide13.xml"/><Relationship Id="rId20" Type="http://schemas.openxmlformats.org/officeDocument/2006/relationships/slideLayout" Target="../slideLayouts/slideLayout23.xml"/><Relationship Id="rId2" Type="http://schemas.openxmlformats.org/officeDocument/2006/relationships/tags" Target="../tags/tag65.xml"/><Relationship Id="rId19" Type="http://schemas.openxmlformats.org/officeDocument/2006/relationships/tags" Target="../tags/tag82.xml"/><Relationship Id="rId18" Type="http://schemas.openxmlformats.org/officeDocument/2006/relationships/tags" Target="../tags/tag81.xml"/><Relationship Id="rId17" Type="http://schemas.openxmlformats.org/officeDocument/2006/relationships/tags" Target="../tags/tag80.xml"/><Relationship Id="rId16" Type="http://schemas.openxmlformats.org/officeDocument/2006/relationships/tags" Target="../tags/tag79.xml"/><Relationship Id="rId15" Type="http://schemas.openxmlformats.org/officeDocument/2006/relationships/tags" Target="../tags/tag78.xml"/><Relationship Id="rId14" Type="http://schemas.openxmlformats.org/officeDocument/2006/relationships/tags" Target="../tags/tag77.xml"/><Relationship Id="rId13" Type="http://schemas.openxmlformats.org/officeDocument/2006/relationships/tags" Target="../tags/tag76.xml"/><Relationship Id="rId12" Type="http://schemas.openxmlformats.org/officeDocument/2006/relationships/tags" Target="../tags/tag75.xml"/><Relationship Id="rId11" Type="http://schemas.openxmlformats.org/officeDocument/2006/relationships/tags" Target="../tags/tag74.xml"/><Relationship Id="rId10" Type="http://schemas.openxmlformats.org/officeDocument/2006/relationships/tags" Target="../tags/tag73.xml"/><Relationship Id="rId1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3.xml"/><Relationship Id="rId1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23.xml"/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1.jpe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23.xml"/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image" Target="../media/image1.jpe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23.xml"/><Relationship Id="rId2" Type="http://schemas.openxmlformats.org/officeDocument/2006/relationships/image" Target="../media/image7.png"/><Relationship Id="rId1" Type="http://schemas.openxmlformats.org/officeDocument/2006/relationships/image" Target="../media/image1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3.xml"/><Relationship Id="rId1" Type="http://schemas.openxmlformats.org/officeDocument/2006/relationships/image" Target="../media/image1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3.xml"/><Relationship Id="rId1" Type="http://schemas.openxmlformats.org/officeDocument/2006/relationships/image" Target="../media/image1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3.xml"/><Relationship Id="rId1" Type="http://schemas.openxmlformats.org/officeDocument/2006/relationships/image" Target="../media/image1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3.xml"/><Relationship Id="rId1" Type="http://schemas.openxmlformats.org/officeDocument/2006/relationships/image" Target="../media/image1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3.xml"/><Relationship Id="rId1" Type="http://schemas.openxmlformats.org/officeDocument/2006/relationships/image" Target="../media/image1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3.xml"/><Relationship Id="rId1" Type="http://schemas.openxmlformats.org/officeDocument/2006/relationships/image" Target="../media/image1.jpeg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4.xml"/><Relationship Id="rId4" Type="http://schemas.openxmlformats.org/officeDocument/2006/relationships/slideLayout" Target="../slideLayouts/slideLayout23.xml"/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image" Target="../media/image1.jpe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23.xml"/><Relationship Id="rId2" Type="http://schemas.openxmlformats.org/officeDocument/2006/relationships/image" Target="../media/image10.png"/><Relationship Id="rId1" Type="http://schemas.openxmlformats.org/officeDocument/2006/relationships/image" Target="../media/image1.jpeg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6.xml"/><Relationship Id="rId4" Type="http://schemas.openxmlformats.org/officeDocument/2006/relationships/slideLayout" Target="../slideLayouts/slideLayout23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.jpeg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tags" Target="../tags/tag90.xml"/><Relationship Id="rId8" Type="http://schemas.openxmlformats.org/officeDocument/2006/relationships/tags" Target="../tags/tag89.xml"/><Relationship Id="rId7" Type="http://schemas.openxmlformats.org/officeDocument/2006/relationships/tags" Target="../tags/tag88.xml"/><Relationship Id="rId6" Type="http://schemas.openxmlformats.org/officeDocument/2006/relationships/tags" Target="../tags/tag87.xml"/><Relationship Id="rId5" Type="http://schemas.openxmlformats.org/officeDocument/2006/relationships/tags" Target="../tags/tag86.xml"/><Relationship Id="rId4" Type="http://schemas.openxmlformats.org/officeDocument/2006/relationships/tags" Target="../tags/tag85.xml"/><Relationship Id="rId3" Type="http://schemas.openxmlformats.org/officeDocument/2006/relationships/tags" Target="../tags/tag84.xml"/><Relationship Id="rId2" Type="http://schemas.openxmlformats.org/officeDocument/2006/relationships/tags" Target="../tags/tag83.xml"/><Relationship Id="rId12" Type="http://schemas.openxmlformats.org/officeDocument/2006/relationships/notesSlide" Target="../notesSlides/notesSlide27.xml"/><Relationship Id="rId11" Type="http://schemas.openxmlformats.org/officeDocument/2006/relationships/slideLayout" Target="../slideLayouts/slideLayout23.xml"/><Relationship Id="rId10" Type="http://schemas.openxmlformats.org/officeDocument/2006/relationships/tags" Target="../tags/tag91.xml"/><Relationship Id="rId1" Type="http://schemas.openxmlformats.org/officeDocument/2006/relationships/image" Target="../media/image1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23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l="11" r="1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  <p:sp>
        <p:nvSpPr>
          <p:cNvPr id="3" name="Freeform 3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gradFill rotWithShape="1">
            <a:gsLst>
              <a:gs pos="0">
                <a:srgbClr val="04061C">
                  <a:alpha val="35000"/>
                </a:srgbClr>
              </a:gs>
              <a:gs pos="100000">
                <a:srgbClr val="04061C">
                  <a:alpha val="55000"/>
                </a:srgbClr>
              </a:gs>
            </a:gsLst>
            <a:lin ang="5400000"/>
          </a:gra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1651000" y="1219200"/>
            <a:ext cx="889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78C8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 开源鸿蒙大学生创新大赛 · 赛道一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1016000" y="2260600"/>
            <a:ext cx="10160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5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 GEC 的轻量级鸿蒙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en-US" sz="5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驻留方法及应用</a:t>
            </a:r>
            <a:endParaRPr lang="en-US" sz="52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5461000" y="4419600"/>
            <a:ext cx="1270000" cy="38100"/>
          </a:xfrm>
          <a:prstGeom prst="roundRect">
            <a:avLst>
              <a:gd name="adj" fmla="val 0"/>
            </a:avLst>
          </a:prstGeom>
          <a:solidFill>
            <a:srgbClr val="00C8FF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1651000" y="4724400"/>
            <a:ext cx="8890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D2E1F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把 LiteOS 从「用户工程的一部分」变成「芯片能力的一部分」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1651000" y="5740400"/>
            <a:ext cx="889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逸君攻坚小队</a:t>
            </a:r>
            <a:r>
              <a:rPr lang="en-US" sz="1400" b="1" i="0" u="none" strike="noStrike">
                <a:solidFill>
                  <a:srgbClr val="B4C3D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　·　苏州大学</a:t>
            </a:r>
            <a:endParaRPr lang="en-US" sz="1100" b="1"/>
          </a:p>
          <a:p>
            <a:pPr marL="0" indent="0" algn="ctr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B4C3D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队长 邬美君　　队员 周逸婷　王文杰</a:t>
            </a:r>
            <a:endParaRPr lang="en-US" sz="1400" b="1" i="0" u="none" strike="noStrike">
              <a:solidFill>
                <a:srgbClr val="B4C3D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l="11" r="1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Freeform 3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gradFill rotWithShape="1">
            <a:gsLst>
              <a:gs pos="0">
                <a:srgbClr val="04061C">
                  <a:alpha val="50000"/>
                </a:srgbClr>
              </a:gs>
              <a:gs pos="100000">
                <a:srgbClr val="04061C">
                  <a:alpha val="7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 txBox="1"/>
          <p:nvPr/>
        </p:nvSpPr>
        <p:spPr>
          <a:xfrm>
            <a:off x="889000" y="711200"/>
            <a:ext cx="508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目录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914400" y="1473200"/>
            <a:ext cx="508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78C8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CONTENTS</a:t>
            </a:r>
            <a:endParaRPr lang="en-US" sz="1100"/>
          </a:p>
        </p:txBody>
      </p:sp>
      <p:sp>
        <p:nvSpPr>
          <p:cNvPr id="6" name="AutoShape 6"/>
          <p:cNvSpPr txBox="1"/>
          <p:nvPr>
            <p:custDataLst>
              <p:tags r:id="rId2"/>
            </p:custDataLst>
          </p:nvPr>
        </p:nvSpPr>
        <p:spPr>
          <a:xfrm>
            <a:off x="1143000" y="2667000"/>
            <a:ext cx="152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600" b="1" i="0" u="none" strike="noStrike">
                <a:solidFill>
                  <a:srgbClr val="00C8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7" name="AutoShape 7"/>
          <p:cNvSpPr txBox="1"/>
          <p:nvPr>
            <p:custDataLst>
              <p:tags r:id="rId3"/>
            </p:custDataLst>
          </p:nvPr>
        </p:nvSpPr>
        <p:spPr>
          <a:xfrm>
            <a:off x="2667000" y="2789555"/>
            <a:ext cx="3048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研究目标</a:t>
            </a:r>
            <a:endParaRPr lang="en-US" sz="28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 txBox="1"/>
          <p:nvPr>
            <p:custDataLst>
              <p:tags r:id="rId4"/>
            </p:custDataLst>
          </p:nvPr>
        </p:nvSpPr>
        <p:spPr>
          <a:xfrm>
            <a:off x="2667000" y="3272155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AAB9C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三个「易」· 核心创新点</a:t>
            </a:r>
            <a:endParaRPr lang="en-US" sz="1600" b="0" i="0" u="none" strike="noStrike">
              <a:solidFill>
                <a:srgbClr val="AAB9C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 txBox="1"/>
          <p:nvPr>
            <p:custDataLst>
              <p:tags r:id="rId5"/>
            </p:custDataLst>
          </p:nvPr>
        </p:nvSpPr>
        <p:spPr>
          <a:xfrm>
            <a:off x="6731000" y="2667000"/>
            <a:ext cx="152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600" b="1" i="0" u="none" strike="noStrike">
                <a:solidFill>
                  <a:srgbClr val="00C8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0" name="AutoShape 10"/>
          <p:cNvSpPr txBox="1"/>
          <p:nvPr>
            <p:custDataLst>
              <p:tags r:id="rId6"/>
            </p:custDataLst>
          </p:nvPr>
        </p:nvSpPr>
        <p:spPr>
          <a:xfrm>
            <a:off x="8255000" y="2789555"/>
            <a:ext cx="3048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如何做到</a:t>
            </a:r>
            <a:endParaRPr lang="en-US" sz="28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 txBox="1"/>
          <p:nvPr>
            <p:custDataLst>
              <p:tags r:id="rId7"/>
            </p:custDataLst>
          </p:nvPr>
        </p:nvSpPr>
        <p:spPr>
          <a:xfrm>
            <a:off x="8255000" y="3272155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AAB9C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驻留架构与六项技术要点</a:t>
            </a:r>
            <a:endParaRPr lang="en-US" sz="1600" b="0" i="0" u="none" strike="noStrike">
              <a:solidFill>
                <a:srgbClr val="AAB9C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 txBox="1"/>
          <p:nvPr>
            <p:custDataLst>
              <p:tags r:id="rId8"/>
            </p:custDataLst>
          </p:nvPr>
        </p:nvSpPr>
        <p:spPr>
          <a:xfrm>
            <a:off x="1143000" y="4318000"/>
            <a:ext cx="152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600" b="1" i="0" u="none" strike="noStrike">
                <a:solidFill>
                  <a:srgbClr val="00C8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3" name="AutoShape 13"/>
          <p:cNvSpPr txBox="1"/>
          <p:nvPr>
            <p:custDataLst>
              <p:tags r:id="rId9"/>
            </p:custDataLst>
          </p:nvPr>
        </p:nvSpPr>
        <p:spPr>
          <a:xfrm>
            <a:off x="2667000" y="4440555"/>
            <a:ext cx="3048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测试验证</a:t>
            </a:r>
            <a:endParaRPr lang="en-US" sz="28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 txBox="1"/>
          <p:nvPr>
            <p:custDataLst>
              <p:tags r:id="rId10"/>
            </p:custDataLst>
          </p:nvPr>
        </p:nvSpPr>
        <p:spPr>
          <a:xfrm>
            <a:off x="2667000" y="4923155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AAB9C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双平台与五大测试样例</a:t>
            </a:r>
            <a:endParaRPr lang="en-US" sz="1600" b="0" i="0" u="none" strike="noStrike">
              <a:solidFill>
                <a:srgbClr val="AAB9C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 txBox="1"/>
          <p:nvPr>
            <p:custDataLst>
              <p:tags r:id="rId11"/>
            </p:custDataLst>
          </p:nvPr>
        </p:nvSpPr>
        <p:spPr>
          <a:xfrm>
            <a:off x="6731000" y="4318000"/>
            <a:ext cx="152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600" b="1" i="0" u="none" strike="noStrike">
                <a:solidFill>
                  <a:srgbClr val="00C8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16" name="AutoShape 16"/>
          <p:cNvSpPr txBox="1"/>
          <p:nvPr>
            <p:custDataLst>
              <p:tags r:id="rId12"/>
            </p:custDataLst>
          </p:nvPr>
        </p:nvSpPr>
        <p:spPr>
          <a:xfrm>
            <a:off x="8255000" y="4440555"/>
            <a:ext cx="3048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实践效果</a:t>
            </a:r>
            <a:endParaRPr lang="en-US" sz="28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 txBox="1"/>
          <p:nvPr>
            <p:custDataLst>
              <p:tags r:id="rId13"/>
            </p:custDataLst>
          </p:nvPr>
        </p:nvSpPr>
        <p:spPr>
          <a:xfrm>
            <a:off x="8255000" y="4923155"/>
            <a:ext cx="330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AAB9C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教学书稿 · 嵌入式 AI · 物联网</a:t>
            </a:r>
            <a:endParaRPr lang="en-US" sz="1600" b="0" i="0" u="none" strike="noStrike">
              <a:solidFill>
                <a:srgbClr val="AAB9C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 txBox="1"/>
          <p:nvPr/>
        </p:nvSpPr>
        <p:spPr>
          <a:xfrm>
            <a:off x="508000" y="6502400"/>
            <a:ext cx="381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6A5B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逸君攻坚小队 · 苏州大学</a:t>
            </a:r>
            <a:endParaRPr lang="en-US" sz="1100"/>
          </a:p>
        </p:txBody>
      </p:sp>
      <p:sp>
        <p:nvSpPr>
          <p:cNvPr id="19" name="AutoShape 19"/>
          <p:cNvSpPr txBox="1"/>
          <p:nvPr/>
        </p:nvSpPr>
        <p:spPr>
          <a:xfrm>
            <a:off x="10922000" y="6502400"/>
            <a:ext cx="762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r">
              <a:lnSpc>
                <a:spcPct val="125000"/>
              </a:lnSpc>
              <a:defRPr/>
            </a:pPr>
            <a:fld id="{19C397A1-9934-4BCC-AFE6-BF218CFD34F5}" type="slidenum">
              <a:rPr sz="1000" b="0" i="0" u="none" strike="noStrike">
                <a:solidFill>
                  <a:srgbClr val="96A5B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fld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-36" y="20"/>
            <a:ext cx="12192073" cy="685796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Freeform 3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gradFill rotWithShape="1">
            <a:gsLst>
              <a:gs pos="9000">
                <a:srgbClr val="04061C">
                  <a:alpha val="0"/>
                </a:srgbClr>
              </a:gs>
              <a:gs pos="100000">
                <a:srgbClr val="04061C">
                  <a:alpha val="82000"/>
                </a:srgbClr>
              </a:gs>
            </a:gsLst>
            <a:lin ang="16200000"/>
          </a:gra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3880414" y="2951377"/>
            <a:ext cx="5852009" cy="175565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16DFF">
                  <a:alpha val="0"/>
                </a:srgbClr>
              </a:gs>
              <a:gs pos="69000">
                <a:srgbClr val="016DFF">
                  <a:alpha val="100000"/>
                </a:srgbClr>
              </a:gs>
              <a:gs pos="100000">
                <a:srgbClr val="00FFFF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109728" tIns="54864" rIns="109728" bIns="54864" rtlCol="0" anchor="ctr" anchorCtr="0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2532461" y="1495193"/>
            <a:ext cx="5852009" cy="54863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16DFF">
                  <a:alpha val="0"/>
                </a:srgbClr>
              </a:gs>
              <a:gs pos="69000">
                <a:srgbClr val="016DFF">
                  <a:alpha val="100000"/>
                </a:srgbClr>
              </a:gs>
              <a:gs pos="100000">
                <a:srgbClr val="00FFFF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109728" tIns="54864" rIns="109728" bIns="54864" rtlCol="0" anchor="ctr" anchorCtr="0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365598" y="2289607"/>
            <a:ext cx="6829783" cy="1323541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7" name="Connector 7"/>
          <p:cNvCxnSpPr/>
          <p:nvPr/>
        </p:nvCxnSpPr>
        <p:spPr>
          <a:xfrm>
            <a:off x="2364212" y="3375403"/>
            <a:ext cx="3158581" cy="0"/>
          </a:xfrm>
          <a:prstGeom prst="line">
            <a:avLst/>
          </a:prstGeom>
          <a:noFill/>
          <a:ln w="12700" cap="flat" cmpd="sng">
            <a:gradFill rotWithShape="1">
              <a:gsLst>
                <a:gs pos="0">
                  <a:srgbClr val="016DFF">
                    <a:alpha val="0"/>
                  </a:srgbClr>
                </a:gs>
                <a:gs pos="72000">
                  <a:srgbClr val="016DFF">
                    <a:alpha val="100000"/>
                  </a:srgbClr>
                </a:gs>
                <a:gs pos="100000">
                  <a:srgbClr val="00FFFF">
                    <a:alpha val="100000"/>
                  </a:srgbClr>
                </a:gs>
              </a:gsLst>
              <a:lin ang="0"/>
            </a:gra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8" name="Connector 8"/>
          <p:cNvCxnSpPr/>
          <p:nvPr/>
        </p:nvCxnSpPr>
        <p:spPr>
          <a:xfrm>
            <a:off x="6131389" y="1687258"/>
            <a:ext cx="3158581" cy="0"/>
          </a:xfrm>
          <a:prstGeom prst="line">
            <a:avLst/>
          </a:prstGeom>
          <a:noFill/>
          <a:ln w="12700" cap="flat" cmpd="sng">
            <a:gradFill rotWithShape="1">
              <a:gsLst>
                <a:gs pos="0">
                  <a:srgbClr val="016DFF">
                    <a:alpha val="0"/>
                  </a:srgbClr>
                </a:gs>
                <a:gs pos="72000">
                  <a:srgbClr val="016DFF">
                    <a:alpha val="100000"/>
                  </a:srgbClr>
                </a:gs>
                <a:gs pos="100000">
                  <a:srgbClr val="00FFFF">
                    <a:alpha val="100000"/>
                  </a:srgbClr>
                </a:gs>
              </a:gsLst>
              <a:lin ang="0"/>
            </a:gra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9" name="Connector 9"/>
          <p:cNvCxnSpPr/>
          <p:nvPr/>
        </p:nvCxnSpPr>
        <p:spPr>
          <a:xfrm>
            <a:off x="3284556" y="1376363"/>
            <a:ext cx="3158581" cy="0"/>
          </a:xfrm>
          <a:prstGeom prst="line">
            <a:avLst/>
          </a:prstGeom>
          <a:noFill/>
          <a:ln w="12700" cap="flat" cmpd="sng">
            <a:gradFill rotWithShape="1">
              <a:gsLst>
                <a:gs pos="0">
                  <a:srgbClr val="016DFF">
                    <a:alpha val="0"/>
                  </a:srgbClr>
                </a:gs>
                <a:gs pos="72000">
                  <a:srgbClr val="016DFF">
                    <a:alpha val="100000"/>
                  </a:srgbClr>
                </a:gs>
                <a:gs pos="100000">
                  <a:srgbClr val="00FFFF">
                    <a:alpha val="100000"/>
                  </a:srgbClr>
                </a:gs>
              </a:gsLst>
              <a:lin ang="0"/>
            </a:gradFill>
            <a:prstDash val="sysDot"/>
            <a:miter lim="800000"/>
            <a:headEnd type="none" w="med" len="med"/>
            <a:tailEnd type="none" w="med" len="med"/>
          </a:ln>
        </p:spPr>
      </p:cxnSp>
      <p:cxnSp>
        <p:nvCxnSpPr>
          <p:cNvPr id="10" name="Connector 10"/>
          <p:cNvCxnSpPr/>
          <p:nvPr/>
        </p:nvCxnSpPr>
        <p:spPr>
          <a:xfrm>
            <a:off x="5626640" y="3280362"/>
            <a:ext cx="3158581" cy="0"/>
          </a:xfrm>
          <a:prstGeom prst="line">
            <a:avLst/>
          </a:prstGeom>
          <a:noFill/>
          <a:ln w="12700" cap="flat" cmpd="sng">
            <a:gradFill rotWithShape="1">
              <a:gsLst>
                <a:gs pos="0">
                  <a:srgbClr val="016DFF">
                    <a:alpha val="0"/>
                  </a:srgbClr>
                </a:gs>
                <a:gs pos="72000">
                  <a:srgbClr val="016DFF">
                    <a:alpha val="100000"/>
                  </a:srgbClr>
                </a:gs>
                <a:gs pos="100000">
                  <a:srgbClr val="00FFFF">
                    <a:alpha val="100000"/>
                  </a:srgbClr>
                </a:gs>
              </a:gsLst>
              <a:lin ang="0"/>
            </a:gradFill>
            <a:prstDash val="sysDot"/>
            <a:miter lim="800000"/>
            <a:headEnd type="none" w="med" len="med"/>
            <a:tailEnd type="none" w="med" len="med"/>
          </a:ln>
        </p:spPr>
      </p:cxnSp>
      <p:sp>
        <p:nvSpPr>
          <p:cNvPr id="11" name="AutoShape 11"/>
          <p:cNvSpPr txBox="1"/>
          <p:nvPr/>
        </p:nvSpPr>
        <p:spPr>
          <a:xfrm>
            <a:off x="2351512" y="1745593"/>
            <a:ext cx="7655524" cy="12166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109728" tIns="54864" rIns="109728" bIns="54864" rtlCol="0" anchor="t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7200" b="0" i="0" u="none" strike="noStrike" spc="600">
                <a:gradFill rotWithShape="1">
                  <a:gsLst>
                    <a:gs pos="7000">
                      <a:srgbClr val="F6F8FC">
                        <a:alpha val="100000"/>
                      </a:srgbClr>
                    </a:gs>
                    <a:gs pos="97000">
                      <a:srgbClr val="D7F4FF">
                        <a:alpha val="100000"/>
                      </a:srgbClr>
                    </a:gs>
                  </a:gsLst>
                  <a:lin ang="5400000"/>
                </a:gradFill>
                <a:effectLst>
                  <a:outerShdw sx="102000" sy="102000" algn="ctr" rotWithShape="0">
                    <a:srgbClr val="000000">
                      <a:alpha val="28000"/>
                    </a:srgbClr>
                  </a:outerShdw>
                </a:effectLst>
                <a:latin typeface="汉仪雅酷黑 75W"/>
                <a:ea typeface="汉仪雅酷黑 75W"/>
                <a:cs typeface="汉仪雅酷黑 75W"/>
                <a:sym typeface="汉仪雅酷黑 75W"/>
              </a:rPr>
              <a:t>01.研究目标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3365500" y="3280460"/>
            <a:ext cx="733425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易学、易教、易用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3600" b="1" i="0" u="none" strike="noStrike">
                <a:solidFill>
                  <a:srgbClr val="FFC000"/>
                </a:solidFill>
                <a:latin typeface="华文中宋"/>
                <a:ea typeface="华文中宋"/>
                <a:cs typeface="华文中宋"/>
                <a:sym typeface="华文中宋"/>
              </a:rPr>
              <a:t>让更多的人轻松地学习与应用</a:t>
            </a:r>
            <a:endParaRPr lang="en-US" sz="3600" b="1" i="0" u="none" strike="noStrike">
              <a:solidFill>
                <a:srgbClr val="FFC000"/>
              </a:solidFill>
              <a:latin typeface="华文中宋"/>
              <a:ea typeface="华文中宋"/>
              <a:cs typeface="华文中宋"/>
              <a:sym typeface="华文中宋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3600" b="1" i="0" u="none" strike="noStrike">
                <a:solidFill>
                  <a:srgbClr val="FFC000"/>
                </a:solidFill>
                <a:latin typeface="华文中宋"/>
                <a:ea typeface="华文中宋"/>
                <a:cs typeface="华文中宋"/>
                <a:sym typeface="华文中宋"/>
              </a:rPr>
              <a:t>轻量级鸿蒙</a:t>
            </a:r>
            <a:r>
              <a:rPr lang="en-US" sz="3600" b="1" i="0" u="none" strike="noStrike">
                <a:solidFill>
                  <a:srgbClr val="FFC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LiteOS</a:t>
            </a:r>
            <a:endParaRPr lang="en-US" sz="3600" b="1" i="0" u="none" strike="noStrike">
              <a:solidFill>
                <a:srgbClr val="FFC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1524000" y="5689600"/>
            <a:ext cx="9144000" cy="508000"/>
          </a:xfrm>
          <a:prstGeom prst="roundRect">
            <a:avLst>
              <a:gd name="adj" fmla="val 20000"/>
            </a:avLst>
          </a:prstGeom>
          <a:solidFill>
            <a:srgbClr val="02122E">
              <a:alpha val="72000"/>
            </a:srgbClr>
          </a:solidFill>
          <a:ln w="12700" cap="flat" cmpd="sng">
            <a:solidFill>
              <a:srgbClr val="00BEFA">
                <a:alpha val="6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4" name="AutoShape 14"/>
          <p:cNvSpPr txBox="1"/>
          <p:nvPr/>
        </p:nvSpPr>
        <p:spPr>
          <a:xfrm>
            <a:off x="1524000" y="5715000"/>
            <a:ext cx="914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DC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核心创新：把 LiteOS 从「用户工程的一部分」变成「芯片能力的一部分」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4061C">
                <a:alpha val="100000"/>
              </a:srgbClr>
            </a:gs>
            <a:gs pos="100000">
              <a:srgbClr val="0A0F2D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508000" y="241300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96AAC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基于GEC的轻量级鸿蒙的驻留方法及应用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762000" y="762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研究目标：三个「易」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460500"/>
            <a:ext cx="762000" cy="38100"/>
          </a:xfrm>
          <a:prstGeom prst="roundRect">
            <a:avLst>
              <a:gd name="adj" fmla="val 0"/>
            </a:avLst>
          </a:prstGeom>
          <a:solidFill>
            <a:srgbClr val="00B4FF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>
            <p:custDataLst>
              <p:tags r:id="rId1"/>
            </p:custDataLst>
          </p:nvPr>
        </p:nvSpPr>
        <p:spPr>
          <a:xfrm>
            <a:off x="762000" y="1905000"/>
            <a:ext cx="3429000" cy="3556000"/>
          </a:xfrm>
          <a:prstGeom prst="roundRect">
            <a:avLst>
              <a:gd name="adj" fmla="val 4444"/>
            </a:avLst>
          </a:prstGeom>
          <a:solidFill>
            <a:srgbClr val="142346">
              <a:alpha val="60000"/>
            </a:srgbClr>
          </a:solidFill>
          <a:ln w="12700" cap="flat" cmpd="sng">
            <a:solidFill>
              <a:srgbClr val="0096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6" name="AutoShape 6"/>
          <p:cNvSpPr txBox="1"/>
          <p:nvPr>
            <p:custDataLst>
              <p:tags r:id="rId2"/>
            </p:custDataLst>
          </p:nvPr>
        </p:nvSpPr>
        <p:spPr>
          <a:xfrm>
            <a:off x="1016000" y="2222500"/>
            <a:ext cx="292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00C8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易学</a:t>
            </a:r>
            <a:endParaRPr lang="en-US" sz="1100"/>
          </a:p>
        </p:txBody>
      </p:sp>
      <p:sp>
        <p:nvSpPr>
          <p:cNvPr id="7" name="AutoShape 7"/>
          <p:cNvSpPr txBox="1"/>
          <p:nvPr>
            <p:custDataLst>
              <p:tags r:id="rId3"/>
            </p:custDataLst>
          </p:nvPr>
        </p:nvSpPr>
        <p:spPr>
          <a:xfrm>
            <a:off x="1016000" y="3048000"/>
            <a:ext cx="2921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33000"/>
              </a:lnSpc>
              <a:defRPr/>
            </a:pPr>
            <a:r>
              <a:rPr lang="en-US" sz="1600" b="0" i="0" u="none" strike="noStrike">
                <a:solidFill>
                  <a:srgbClr val="DCE6F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学生不必通读内核源码</a:t>
            </a:r>
            <a:endParaRPr lang="en-US" sz="1200"/>
          </a:p>
          <a:p>
            <a:pPr marL="0" indent="0" algn="ctr">
              <a:lnSpc>
                <a:spcPct val="133000"/>
              </a:lnSpc>
            </a:pPr>
            <a:r>
              <a:rPr lang="en-US" sz="1600" b="0" i="0" u="none" strike="noStrike">
                <a:solidFill>
                  <a:srgbClr val="DCE6F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1–2 周即可上手开发</a:t>
            </a:r>
            <a:endParaRPr lang="en-US" sz="1600" b="0" i="0" u="none" strike="noStrike">
              <a:solidFill>
                <a:srgbClr val="DCE6F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ctr">
              <a:lnSpc>
                <a:spcPct val="133000"/>
              </a:lnSpc>
            </a:pPr>
            <a:r>
              <a:rPr lang="en-US" sz="1600" b="0" i="0" u="none" strike="noStrike">
                <a:solidFill>
                  <a:srgbClr val="DCE6F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只写业务，不碰内核</a:t>
            </a:r>
            <a:endParaRPr lang="en-US" sz="1600" b="0" i="0" u="none" strike="noStrike">
              <a:solidFill>
                <a:srgbClr val="DCE6F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>
            <p:custDataLst>
              <p:tags r:id="rId4"/>
            </p:custDataLst>
          </p:nvPr>
        </p:nvSpPr>
        <p:spPr>
          <a:xfrm>
            <a:off x="4381500" y="1905000"/>
            <a:ext cx="3429000" cy="3556000"/>
          </a:xfrm>
          <a:prstGeom prst="roundRect">
            <a:avLst>
              <a:gd name="adj" fmla="val 4444"/>
            </a:avLst>
          </a:prstGeom>
          <a:solidFill>
            <a:srgbClr val="142346">
              <a:alpha val="60000"/>
            </a:srgbClr>
          </a:solidFill>
          <a:ln w="12700" cap="flat" cmpd="sng">
            <a:solidFill>
              <a:srgbClr val="0096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9" name="AutoShape 9"/>
          <p:cNvSpPr txBox="1"/>
          <p:nvPr>
            <p:custDataLst>
              <p:tags r:id="rId5"/>
            </p:custDataLst>
          </p:nvPr>
        </p:nvSpPr>
        <p:spPr>
          <a:xfrm>
            <a:off x="4635500" y="2222500"/>
            <a:ext cx="292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00C8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易教</a:t>
            </a:r>
            <a:endParaRPr lang="en-US" sz="1100"/>
          </a:p>
        </p:txBody>
      </p:sp>
      <p:sp>
        <p:nvSpPr>
          <p:cNvPr id="10" name="AutoShape 10"/>
          <p:cNvSpPr txBox="1"/>
          <p:nvPr>
            <p:custDataLst>
              <p:tags r:id="rId6"/>
            </p:custDataLst>
          </p:nvPr>
        </p:nvSpPr>
        <p:spPr>
          <a:xfrm>
            <a:off x="4635500" y="3048000"/>
            <a:ext cx="2921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33000"/>
              </a:lnSpc>
              <a:defRPr/>
            </a:pPr>
            <a:r>
              <a:rPr lang="en-US" sz="1600" b="0" i="0" u="none" strike="noStrike">
                <a:solidFill>
                  <a:srgbClr val="DCE6F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教师按五个基本要素</a:t>
            </a:r>
            <a:endParaRPr lang="en-US" sz="1200"/>
          </a:p>
          <a:p>
            <a:pPr marL="0" indent="0" algn="ctr">
              <a:lnSpc>
                <a:spcPct val="133000"/>
              </a:lnSpc>
            </a:pPr>
            <a:r>
              <a:rPr lang="en-US" sz="1600" b="0" i="0" u="none" strike="noStrike">
                <a:solidFill>
                  <a:srgbClr val="DCE6F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即可组织实验与课程</a:t>
            </a:r>
            <a:endParaRPr lang="en-US" sz="1600" b="0" i="0" u="none" strike="noStrike">
              <a:solidFill>
                <a:srgbClr val="DCE6F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ctr">
              <a:lnSpc>
                <a:spcPct val="133000"/>
              </a:lnSpc>
            </a:pPr>
            <a:r>
              <a:rPr lang="en-US" sz="1600" b="0" i="0" u="none" strike="noStrike">
                <a:solidFill>
                  <a:srgbClr val="DCE6F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开箱即用，无需搭内核</a:t>
            </a:r>
            <a:endParaRPr lang="en-US" sz="1600" b="0" i="0" u="none" strike="noStrike">
              <a:solidFill>
                <a:srgbClr val="DCE6F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>
            <p:custDataLst>
              <p:tags r:id="rId7"/>
            </p:custDataLst>
          </p:nvPr>
        </p:nvSpPr>
        <p:spPr>
          <a:xfrm>
            <a:off x="8001000" y="1905000"/>
            <a:ext cx="3429000" cy="3556000"/>
          </a:xfrm>
          <a:prstGeom prst="roundRect">
            <a:avLst>
              <a:gd name="adj" fmla="val 4444"/>
            </a:avLst>
          </a:prstGeom>
          <a:solidFill>
            <a:srgbClr val="142346">
              <a:alpha val="60000"/>
            </a:srgbClr>
          </a:solidFill>
          <a:ln w="12700" cap="flat" cmpd="sng">
            <a:solidFill>
              <a:srgbClr val="0096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2" name="AutoShape 12"/>
          <p:cNvSpPr txBox="1"/>
          <p:nvPr>
            <p:custDataLst>
              <p:tags r:id="rId8"/>
            </p:custDataLst>
          </p:nvPr>
        </p:nvSpPr>
        <p:spPr>
          <a:xfrm>
            <a:off x="8255000" y="2222500"/>
            <a:ext cx="292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00C8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易用</a:t>
            </a:r>
            <a:endParaRPr lang="en-US" sz="1100"/>
          </a:p>
        </p:txBody>
      </p:sp>
      <p:sp>
        <p:nvSpPr>
          <p:cNvPr id="13" name="AutoShape 13"/>
          <p:cNvSpPr txBox="1"/>
          <p:nvPr>
            <p:custDataLst>
              <p:tags r:id="rId9"/>
            </p:custDataLst>
          </p:nvPr>
        </p:nvSpPr>
        <p:spPr>
          <a:xfrm>
            <a:off x="8255000" y="3048000"/>
            <a:ext cx="2921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33000"/>
              </a:lnSpc>
              <a:defRPr/>
            </a:pPr>
            <a:r>
              <a:rPr lang="en-US" sz="1600" b="0" i="0" u="none" strike="noStrike">
                <a:solidFill>
                  <a:srgbClr val="DCE6F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开发者即买即用</a:t>
            </a:r>
            <a:endParaRPr lang="en-US" sz="1200"/>
          </a:p>
          <a:p>
            <a:pPr marL="0" indent="0" algn="ctr">
              <a:lnSpc>
                <a:spcPct val="133000"/>
              </a:lnSpc>
            </a:pPr>
            <a:r>
              <a:rPr lang="en-US" sz="1600" b="0" i="0" u="none" strike="noStrike">
                <a:solidFill>
                  <a:srgbClr val="DCE6F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无需自行移植与配置</a:t>
            </a:r>
            <a:endParaRPr lang="en-US" sz="1600" b="0" i="0" u="none" strike="noStrike">
              <a:solidFill>
                <a:srgbClr val="DCE6F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ctr">
              <a:lnSpc>
                <a:spcPct val="133000"/>
              </a:lnSpc>
            </a:pPr>
            <a:r>
              <a:rPr lang="en-US" sz="1600" b="0" i="0" u="none" strike="noStrike">
                <a:solidFill>
                  <a:srgbClr val="DCE6F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统一 API，跨平台复用</a:t>
            </a:r>
            <a:endParaRPr lang="en-US" sz="1600" b="0" i="0" u="none" strike="noStrike">
              <a:solidFill>
                <a:srgbClr val="DCE6F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 txBox="1"/>
          <p:nvPr/>
        </p:nvSpPr>
        <p:spPr>
          <a:xfrm>
            <a:off x="508000" y="6502400"/>
            <a:ext cx="381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6AAC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逸君攻坚小队 · 苏州大学</a:t>
            </a:r>
            <a:endParaRPr lang="en-US" sz="1000" b="0" i="0" u="none" strike="noStrike">
              <a:solidFill>
                <a:srgbClr val="96AAC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2" name="AutoShape 22"/>
          <p:cNvSpPr txBox="1"/>
          <p:nvPr/>
        </p:nvSpPr>
        <p:spPr>
          <a:xfrm>
            <a:off x="10922000" y="6502400"/>
            <a:ext cx="762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r">
              <a:lnSpc>
                <a:spcPct val="125000"/>
              </a:lnSpc>
              <a:defRPr/>
            </a:pPr>
            <a:fld id="{618A787C-0E48-4407-B116-109CFE26D4BE}" type="slidenum">
              <a:rPr sz="1000" b="0" i="0" u="none" strike="noStrike">
                <a:solidFill>
                  <a:srgbClr val="96A5B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fld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4061C">
                <a:alpha val="100000"/>
              </a:srgbClr>
            </a:gs>
            <a:gs pos="100000">
              <a:srgbClr val="0A0F2D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508000" y="241300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96AAC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基于GEC的轻量级鸿蒙的驻留方法及应用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762000" y="7112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为什么要驻留？传统 RTOS 三大痛点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447800"/>
            <a:ext cx="762000" cy="50800"/>
          </a:xfrm>
          <a:prstGeom prst="roundRect">
            <a:avLst>
              <a:gd name="adj" fmla="val 0"/>
            </a:avLst>
          </a:prstGeom>
          <a:solidFill>
            <a:srgbClr val="00B4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76400"/>
            <a:ext cx="10668000" cy="1270000"/>
          </a:xfrm>
          <a:prstGeom prst="roundRect">
            <a:avLst>
              <a:gd name="adj" fmla="val 12000"/>
            </a:avLst>
          </a:prstGeom>
          <a:solidFill>
            <a:srgbClr val="0070C0">
              <a:alpha val="20000"/>
            </a:srgbClr>
          </a:solidFill>
          <a:ln w="12700" cap="flat" cmpd="sng">
            <a:solidFill>
              <a:srgbClr val="00BEFA">
                <a:alpha val="45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3073400"/>
            <a:ext cx="10668000" cy="1270000"/>
          </a:xfrm>
          <a:prstGeom prst="roundRect">
            <a:avLst>
              <a:gd name="adj" fmla="val 12000"/>
            </a:avLst>
          </a:prstGeom>
          <a:solidFill>
            <a:srgbClr val="0070C0">
              <a:alpha val="20000"/>
            </a:srgbClr>
          </a:solidFill>
          <a:ln w="12700" cap="flat" cmpd="sng">
            <a:solidFill>
              <a:srgbClr val="00BEFA">
                <a:alpha val="45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762000" y="4470400"/>
            <a:ext cx="10668000" cy="1270000"/>
          </a:xfrm>
          <a:prstGeom prst="roundRect">
            <a:avLst>
              <a:gd name="adj" fmla="val 12000"/>
            </a:avLst>
          </a:prstGeom>
          <a:solidFill>
            <a:srgbClr val="0070C0">
              <a:alpha val="20000"/>
            </a:srgbClr>
          </a:solidFill>
          <a:ln w="12700" cap="flat" cmpd="sng">
            <a:solidFill>
              <a:srgbClr val="00BEFA">
                <a:alpha val="45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8" name="AutoShape 8"/>
          <p:cNvSpPr txBox="1"/>
          <p:nvPr>
            <p:custDataLst>
              <p:tags r:id="rId1"/>
            </p:custDataLst>
          </p:nvPr>
        </p:nvSpPr>
        <p:spPr>
          <a:xfrm>
            <a:off x="1016000" y="1854200"/>
            <a:ext cx="76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</a:t>
            </a:r>
            <a:endParaRPr lang="en-US" sz="1100"/>
          </a:p>
        </p:txBody>
      </p:sp>
      <p:sp>
        <p:nvSpPr>
          <p:cNvPr id="9" name="AutoShape 9"/>
          <p:cNvSpPr txBox="1"/>
          <p:nvPr>
            <p:custDataLst>
              <p:tags r:id="rId2"/>
            </p:custDataLst>
          </p:nvPr>
        </p:nvSpPr>
        <p:spPr>
          <a:xfrm>
            <a:off x="2032000" y="1879600"/>
            <a:ext cx="914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DC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工程庞大 · 编译慢 · 调试难</a:t>
            </a:r>
            <a:endParaRPr lang="en-US" sz="1100"/>
          </a:p>
        </p:txBody>
      </p:sp>
      <p:sp>
        <p:nvSpPr>
          <p:cNvPr id="10" name="AutoShape 10"/>
          <p:cNvSpPr txBox="1"/>
          <p:nvPr>
            <p:custDataLst>
              <p:tags r:id="rId3"/>
            </p:custDataLst>
          </p:nvPr>
        </p:nvSpPr>
        <p:spPr>
          <a:xfrm>
            <a:off x="2032000" y="2387600"/>
            <a:ext cx="914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C8D2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RTOS 数万行源码与用户程序一同编译，编译从数秒变数分钟</a:t>
            </a:r>
            <a:endParaRPr lang="en-US" sz="1600" b="0" i="0" u="none" strike="noStrike">
              <a:solidFill>
                <a:srgbClr val="C8D2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 txBox="1"/>
          <p:nvPr>
            <p:custDataLst>
              <p:tags r:id="rId4"/>
            </p:custDataLst>
          </p:nvPr>
        </p:nvSpPr>
        <p:spPr>
          <a:xfrm>
            <a:off x="1016000" y="3251200"/>
            <a:ext cx="76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</a:t>
            </a:r>
            <a:endParaRPr lang="en-US" sz="1100"/>
          </a:p>
        </p:txBody>
      </p:sp>
      <p:sp>
        <p:nvSpPr>
          <p:cNvPr id="12" name="AutoShape 12"/>
          <p:cNvSpPr txBox="1"/>
          <p:nvPr>
            <p:custDataLst>
              <p:tags r:id="rId5"/>
            </p:custDataLst>
          </p:nvPr>
        </p:nvSpPr>
        <p:spPr>
          <a:xfrm>
            <a:off x="2032000" y="3276600"/>
            <a:ext cx="914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DC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API 各异 · 移植难</a:t>
            </a:r>
            <a:endParaRPr lang="en-US" sz="1100"/>
          </a:p>
        </p:txBody>
      </p:sp>
      <p:sp>
        <p:nvSpPr>
          <p:cNvPr id="13" name="AutoShape 13"/>
          <p:cNvSpPr txBox="1"/>
          <p:nvPr>
            <p:custDataLst>
              <p:tags r:id="rId6"/>
            </p:custDataLst>
          </p:nvPr>
        </p:nvSpPr>
        <p:spPr>
          <a:xfrm>
            <a:off x="2032000" y="3784600"/>
            <a:ext cx="914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C8D2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不同 RTOS 函数名/参数不同，换一个系统应用就得重写</a:t>
            </a:r>
            <a:endParaRPr lang="en-US" sz="1600" b="0" i="0" u="none" strike="noStrike">
              <a:solidFill>
                <a:srgbClr val="C8D2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 txBox="1"/>
          <p:nvPr>
            <p:custDataLst>
              <p:tags r:id="rId7"/>
            </p:custDataLst>
          </p:nvPr>
        </p:nvSpPr>
        <p:spPr>
          <a:xfrm>
            <a:off x="1016000" y="4648200"/>
            <a:ext cx="76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</a:t>
            </a:r>
            <a:endParaRPr lang="en-US" sz="1100"/>
          </a:p>
        </p:txBody>
      </p:sp>
      <p:sp>
        <p:nvSpPr>
          <p:cNvPr id="15" name="AutoShape 15"/>
          <p:cNvSpPr txBox="1"/>
          <p:nvPr>
            <p:custDataLst>
              <p:tags r:id="rId8"/>
            </p:custDataLst>
          </p:nvPr>
        </p:nvSpPr>
        <p:spPr>
          <a:xfrm>
            <a:off x="2032000" y="4673600"/>
            <a:ext cx="914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DC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内核紧耦合 · 换芯即重写</a:t>
            </a:r>
            <a:endParaRPr lang="en-US" sz="1100"/>
          </a:p>
        </p:txBody>
      </p:sp>
      <p:sp>
        <p:nvSpPr>
          <p:cNvPr id="16" name="AutoShape 16"/>
          <p:cNvSpPr txBox="1"/>
          <p:nvPr>
            <p:custDataLst>
              <p:tags r:id="rId9"/>
            </p:custDataLst>
          </p:nvPr>
        </p:nvSpPr>
        <p:spPr>
          <a:xfrm>
            <a:off x="2032000" y="5181600"/>
            <a:ext cx="914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C8D2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RTOS 移植绑死具体芯片，定时器/中断/上下文切换全部重来</a:t>
            </a:r>
            <a:endParaRPr lang="en-US" sz="1600" b="0" i="0" u="none" strike="noStrike">
              <a:solidFill>
                <a:srgbClr val="C8D2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 txBox="1"/>
          <p:nvPr/>
        </p:nvSpPr>
        <p:spPr>
          <a:xfrm>
            <a:off x="508000" y="6502400"/>
            <a:ext cx="381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6AAC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逸君攻坚小队 · 苏州大学</a:t>
            </a:r>
            <a:endParaRPr lang="en-US" sz="1000" b="0" i="0" u="none" strike="noStrike">
              <a:solidFill>
                <a:srgbClr val="96AAC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2" name="AutoShape 22"/>
          <p:cNvSpPr txBox="1"/>
          <p:nvPr/>
        </p:nvSpPr>
        <p:spPr>
          <a:xfrm>
            <a:off x="10922000" y="6502400"/>
            <a:ext cx="762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r">
              <a:lnSpc>
                <a:spcPct val="125000"/>
              </a:lnSpc>
              <a:defRPr/>
            </a:pPr>
            <a:fld id="{618A787C-0E48-4407-B116-109CFE26D4BE}" type="slidenum">
              <a:rPr sz="1000" b="0" i="0" u="none" strike="noStrike">
                <a:solidFill>
                  <a:srgbClr val="96A5B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fld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l="11" r="1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Freeform 3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gradFill rotWithShape="1">
            <a:gsLst>
              <a:gs pos="0">
                <a:srgbClr val="04061C">
                  <a:alpha val="78000"/>
                </a:srgbClr>
              </a:gs>
              <a:gs pos="100000">
                <a:srgbClr val="04061C">
                  <a:alpha val="88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 txBox="1"/>
          <p:nvPr/>
        </p:nvSpPr>
        <p:spPr>
          <a:xfrm>
            <a:off x="508000" y="330200"/>
            <a:ext cx="508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96AAC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基于GEC的轻量级鸿蒙的驻留方法及应用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762000" y="838200"/>
            <a:ext cx="10668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驻留之后，三个数量级的改变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87400" y="1524000"/>
            <a:ext cx="711200" cy="38100"/>
          </a:xfrm>
          <a:prstGeom prst="roundRect">
            <a:avLst>
              <a:gd name="adj" fmla="val 0"/>
            </a:avLst>
          </a:prstGeom>
          <a:solidFill>
            <a:srgbClr val="00C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762000" y="1905000"/>
            <a:ext cx="3429000" cy="3454400"/>
          </a:xfrm>
          <a:prstGeom prst="roundRect">
            <a:avLst>
              <a:gd name="adj" fmla="val 4444"/>
            </a:avLst>
          </a:prstGeom>
          <a:solidFill>
            <a:srgbClr val="0070C0">
              <a:alpha val="20000"/>
            </a:srgbClr>
          </a:solidFill>
          <a:ln w="12700" cap="flat" cmpd="sng">
            <a:solidFill>
              <a:srgbClr val="00BEFA">
                <a:alpha val="45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4381500" y="1905000"/>
            <a:ext cx="3429000" cy="3454400"/>
          </a:xfrm>
          <a:prstGeom prst="roundRect">
            <a:avLst>
              <a:gd name="adj" fmla="val 4444"/>
            </a:avLst>
          </a:prstGeom>
          <a:solidFill>
            <a:srgbClr val="0070C0">
              <a:alpha val="20000"/>
            </a:srgbClr>
          </a:solidFill>
          <a:ln w="12700" cap="flat" cmpd="sng">
            <a:solidFill>
              <a:srgbClr val="00BEFA">
                <a:alpha val="45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8001000" y="1905000"/>
            <a:ext cx="3429000" cy="3454400"/>
          </a:xfrm>
          <a:prstGeom prst="roundRect">
            <a:avLst>
              <a:gd name="adj" fmla="val 4444"/>
            </a:avLst>
          </a:prstGeom>
          <a:solidFill>
            <a:srgbClr val="0070C0">
              <a:alpha val="20000"/>
            </a:srgbClr>
          </a:solidFill>
          <a:ln w="12700" cap="flat" cmpd="sng">
            <a:solidFill>
              <a:srgbClr val="00BEFA">
                <a:alpha val="45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0" name="AutoShape 10"/>
          <p:cNvSpPr txBox="1"/>
          <p:nvPr/>
        </p:nvSpPr>
        <p:spPr>
          <a:xfrm>
            <a:off x="1041400" y="2311400"/>
            <a:ext cx="28702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B4C3D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工程编译时间</a:t>
            </a:r>
            <a:endParaRPr lang="en-US" sz="1600" b="0" i="0" u="none" strike="noStrike">
              <a:solidFill>
                <a:srgbClr val="B4C3D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 txBox="1"/>
          <p:nvPr/>
        </p:nvSpPr>
        <p:spPr>
          <a:xfrm>
            <a:off x="1041400" y="2768600"/>
            <a:ext cx="2870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400" b="0" i="0" u="none" strike="noStrike">
                <a:solidFill>
                  <a:srgbClr val="96A5B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 分 钟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5285450">
            <a:off x="2286000" y="3841856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C8FF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3" name="AutoShape 13"/>
          <p:cNvSpPr txBox="1"/>
          <p:nvPr/>
        </p:nvSpPr>
        <p:spPr>
          <a:xfrm>
            <a:off x="1041400" y="4191000"/>
            <a:ext cx="28702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6000" b="1" i="0" u="none" strike="noStrike">
                <a:solidFill>
                  <a:srgbClr val="00DC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 秒</a:t>
            </a:r>
            <a:endParaRPr lang="en-US" sz="1100"/>
          </a:p>
        </p:txBody>
      </p:sp>
      <p:sp>
        <p:nvSpPr>
          <p:cNvPr id="14" name="AutoShape 14"/>
          <p:cNvSpPr txBox="1"/>
          <p:nvPr/>
        </p:nvSpPr>
        <p:spPr>
          <a:xfrm>
            <a:off x="4660900" y="2311400"/>
            <a:ext cx="28702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B4C3D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LiteOS 入门周期</a:t>
            </a:r>
            <a:endParaRPr lang="en-US" sz="1600" b="0" i="0" u="none" strike="noStrike">
              <a:solidFill>
                <a:srgbClr val="B4C3D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 txBox="1"/>
          <p:nvPr/>
        </p:nvSpPr>
        <p:spPr>
          <a:xfrm>
            <a:off x="4660900" y="2768600"/>
            <a:ext cx="2870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400" b="0" i="0" u="none" strike="noStrike">
                <a:solidFill>
                  <a:srgbClr val="96A5B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3–6 个月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5285450">
            <a:off x="5905500" y="3841856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C8FF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7" name="AutoShape 17"/>
          <p:cNvSpPr txBox="1"/>
          <p:nvPr/>
        </p:nvSpPr>
        <p:spPr>
          <a:xfrm>
            <a:off x="4660900" y="4191000"/>
            <a:ext cx="28702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6000" b="1" i="0" u="none" strike="noStrike">
                <a:solidFill>
                  <a:srgbClr val="00DC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1–2 周</a:t>
            </a:r>
            <a:endParaRPr lang="en-US" sz="1100"/>
          </a:p>
        </p:txBody>
      </p:sp>
      <p:sp>
        <p:nvSpPr>
          <p:cNvPr id="18" name="AutoShape 18"/>
          <p:cNvSpPr txBox="1"/>
          <p:nvPr/>
        </p:nvSpPr>
        <p:spPr>
          <a:xfrm>
            <a:off x="8280400" y="2311400"/>
            <a:ext cx="28702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B4C3D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开发门槛下降</a:t>
            </a:r>
            <a:endParaRPr lang="en-US" sz="1600" b="0" i="0" u="none" strike="noStrike">
              <a:solidFill>
                <a:srgbClr val="B4C3D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 txBox="1"/>
          <p:nvPr/>
        </p:nvSpPr>
        <p:spPr>
          <a:xfrm>
            <a:off x="8280400" y="3810000"/>
            <a:ext cx="28702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8000" b="1" i="0" u="none" strike="noStrike">
                <a:solidFill>
                  <a:srgbClr val="00DC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80%</a:t>
            </a:r>
            <a:endParaRPr lang="en-US" sz="1100"/>
          </a:p>
        </p:txBody>
      </p:sp>
      <p:sp>
        <p:nvSpPr>
          <p:cNvPr id="20" name="AutoShape 20"/>
          <p:cNvSpPr txBox="1"/>
          <p:nvPr/>
        </p:nvSpPr>
        <p:spPr>
          <a:xfrm>
            <a:off x="1041400" y="5689600"/>
            <a:ext cx="1016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AAB9C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内核以机器码固化于 BIOS，</a:t>
            </a:r>
            <a:r>
              <a:rPr lang="en-US" sz="1600" b="0" i="0" u="none" strike="noStrike">
                <a:solidFill>
                  <a:srgbClr val="AAB9C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</a:t>
            </a:r>
            <a:r>
              <a:rPr lang="en-US" sz="1400" b="0" i="0" u="none" strike="noStrike">
                <a:solidFill>
                  <a:srgbClr val="AAB9C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程序不含 LiteOS 源码——只写业务，不碰内核。</a:t>
            </a:r>
            <a:endParaRPr lang="en-US" sz="1100"/>
          </a:p>
        </p:txBody>
      </p:sp>
      <p:sp>
        <p:nvSpPr>
          <p:cNvPr id="21" name="AutoShape 21"/>
          <p:cNvSpPr txBox="1"/>
          <p:nvPr/>
        </p:nvSpPr>
        <p:spPr>
          <a:xfrm>
            <a:off x="508000" y="6502400"/>
            <a:ext cx="381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6A5B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逸君攻坚小队 · 苏州大学</a:t>
            </a:r>
            <a:endParaRPr lang="en-US" sz="1100"/>
          </a:p>
        </p:txBody>
      </p:sp>
      <p:sp>
        <p:nvSpPr>
          <p:cNvPr id="22" name="AutoShape 22"/>
          <p:cNvSpPr txBox="1"/>
          <p:nvPr/>
        </p:nvSpPr>
        <p:spPr>
          <a:xfrm>
            <a:off x="10922000" y="6502400"/>
            <a:ext cx="762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r">
              <a:lnSpc>
                <a:spcPct val="125000"/>
              </a:lnSpc>
              <a:defRPr/>
            </a:pPr>
            <a:fld id="{618A787C-0E48-4407-B116-109CFE26D4BE}" type="slidenum">
              <a:rPr sz="1000" b="0" i="0" u="none" strike="noStrike">
                <a:solidFill>
                  <a:srgbClr val="96A5B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fld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l="11" r="1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Freeform 3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gradFill rotWithShape="1">
            <a:gsLst>
              <a:gs pos="0">
                <a:srgbClr val="04061C">
                  <a:alpha val="78000"/>
                </a:srgbClr>
              </a:gs>
              <a:gs pos="100000">
                <a:srgbClr val="04061C">
                  <a:alpha val="88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 txBox="1"/>
          <p:nvPr/>
        </p:nvSpPr>
        <p:spPr>
          <a:xfrm>
            <a:off x="508000" y="330200"/>
            <a:ext cx="508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96AAC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基于GEC的轻量级鸿蒙的驻留方法及应用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762000" y="660400"/>
            <a:ext cx="10668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3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核心创新：把 LiteOS 从</a:t>
            </a:r>
            <a:endParaRPr lang="en-US" sz="1100"/>
          </a:p>
          <a:p>
            <a:pPr marL="0" indent="0" algn="l">
              <a:lnSpc>
                <a:spcPct val="113000"/>
              </a:lnSpc>
            </a:pPr>
            <a:r>
              <a:rPr lang="en-US" sz="3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「用户工程的一部分」变成「芯片能力的一部分」</a:t>
            </a:r>
            <a:endParaRPr lang="en-US" sz="30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62000" y="2082800"/>
            <a:ext cx="762000" cy="50800"/>
          </a:xfrm>
          <a:prstGeom prst="roundRect">
            <a:avLst>
              <a:gd name="adj" fmla="val 0"/>
            </a:avLst>
          </a:prstGeom>
          <a:solidFill>
            <a:srgbClr val="00C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>
            <p:custDataLst>
              <p:tags r:id="rId2"/>
            </p:custDataLst>
          </p:nvPr>
        </p:nvSpPr>
        <p:spPr>
          <a:xfrm>
            <a:off x="762000" y="2463800"/>
            <a:ext cx="3302000" cy="3403600"/>
          </a:xfrm>
          <a:prstGeom prst="roundRect">
            <a:avLst>
              <a:gd name="adj" fmla="val 3846"/>
            </a:avLst>
          </a:prstGeom>
          <a:solidFill>
            <a:srgbClr val="0070C0">
              <a:alpha val="22000"/>
            </a:srgbClr>
          </a:solidFill>
          <a:ln w="12700" cap="flat" cmpd="sng">
            <a:solidFill>
              <a:srgbClr val="00BEFA">
                <a:alpha val="55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8" name="AutoShape 8"/>
          <p:cNvSpPr txBox="1"/>
          <p:nvPr>
            <p:custDataLst>
              <p:tags r:id="rId3"/>
            </p:custDataLst>
          </p:nvPr>
        </p:nvSpPr>
        <p:spPr>
          <a:xfrm>
            <a:off x="1066800" y="2819400"/>
            <a:ext cx="762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400" b="1" i="0" u="none" strike="noStrike">
                <a:solidFill>
                  <a:srgbClr val="00DC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</a:t>
            </a:r>
            <a:endParaRPr lang="en-US" sz="1100"/>
          </a:p>
        </p:txBody>
      </p:sp>
      <p:sp>
        <p:nvSpPr>
          <p:cNvPr id="9" name="AutoShape 9"/>
          <p:cNvSpPr txBox="1"/>
          <p:nvPr>
            <p:custDataLst>
              <p:tags r:id="rId4"/>
            </p:custDataLst>
          </p:nvPr>
        </p:nvSpPr>
        <p:spPr>
          <a:xfrm>
            <a:off x="1066800" y="3657600"/>
            <a:ext cx="26924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内核驻留</a:t>
            </a:r>
            <a:endParaRPr lang="en-US" sz="1100"/>
          </a:p>
        </p:txBody>
      </p:sp>
      <p:sp>
        <p:nvSpPr>
          <p:cNvPr id="10" name="AutoShape 10"/>
          <p:cNvSpPr txBox="1"/>
          <p:nvPr>
            <p:custDataLst>
              <p:tags r:id="rId5"/>
            </p:custDataLst>
          </p:nvPr>
        </p:nvSpPr>
        <p:spPr>
          <a:xfrm>
            <a:off x="1066800" y="4267200"/>
            <a:ext cx="2692400" cy="149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600" b="0" i="0" u="none" strike="noStrike">
                <a:solidFill>
                  <a:srgbClr val="CBD8E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操作系统随芯片出厂，LiteOS 机器码固化于 BIOS，上电即成。</a:t>
            </a:r>
            <a:endParaRPr lang="en-US" sz="1600" b="0" i="0" u="none" strike="noStrike">
              <a:solidFill>
                <a:srgbClr val="CBD8E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>
            <p:custDataLst>
              <p:tags r:id="rId6"/>
            </p:custDataLst>
          </p:nvPr>
        </p:nvSpPr>
        <p:spPr>
          <a:xfrm>
            <a:off x="4445000" y="2463800"/>
            <a:ext cx="3302000" cy="3403600"/>
          </a:xfrm>
          <a:prstGeom prst="roundRect">
            <a:avLst>
              <a:gd name="adj" fmla="val 3846"/>
            </a:avLst>
          </a:prstGeom>
          <a:solidFill>
            <a:srgbClr val="0070C0">
              <a:alpha val="22000"/>
            </a:srgbClr>
          </a:solidFill>
          <a:ln w="12700" cap="flat" cmpd="sng">
            <a:solidFill>
              <a:srgbClr val="00BEFA">
                <a:alpha val="55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2" name="AutoShape 12"/>
          <p:cNvSpPr txBox="1"/>
          <p:nvPr>
            <p:custDataLst>
              <p:tags r:id="rId7"/>
            </p:custDataLst>
          </p:nvPr>
        </p:nvSpPr>
        <p:spPr>
          <a:xfrm>
            <a:off x="4749800" y="2819400"/>
            <a:ext cx="762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400" b="1" i="0" u="none" strike="noStrike">
                <a:solidFill>
                  <a:srgbClr val="00DC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二</a:t>
            </a:r>
            <a:endParaRPr lang="en-US" sz="1100"/>
          </a:p>
        </p:txBody>
      </p:sp>
      <p:sp>
        <p:nvSpPr>
          <p:cNvPr id="13" name="AutoShape 13"/>
          <p:cNvSpPr txBox="1"/>
          <p:nvPr>
            <p:custDataLst>
              <p:tags r:id="rId8"/>
            </p:custDataLst>
          </p:nvPr>
        </p:nvSpPr>
        <p:spPr>
          <a:xfrm>
            <a:off x="4749800" y="3657600"/>
            <a:ext cx="26924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接口上浮</a:t>
            </a:r>
            <a:endParaRPr lang="en-US" sz="1100"/>
          </a:p>
        </p:txBody>
      </p:sp>
      <p:sp>
        <p:nvSpPr>
          <p:cNvPr id="14" name="AutoShape 14"/>
          <p:cNvSpPr txBox="1"/>
          <p:nvPr>
            <p:custDataLst>
              <p:tags r:id="rId9"/>
            </p:custDataLst>
          </p:nvPr>
        </p:nvSpPr>
        <p:spPr>
          <a:xfrm>
            <a:off x="4749800" y="4267200"/>
            <a:ext cx="2692400" cy="149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600" b="0" i="0" u="none" strike="noStrike">
                <a:solidFill>
                  <a:srgbClr val="CBD8E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统一 API 头文件，换 RTOS 或换芯片，应用层代码零改动。</a:t>
            </a:r>
            <a:endParaRPr lang="en-US" sz="1600" b="0" i="0" u="none" strike="noStrike">
              <a:solidFill>
                <a:srgbClr val="CBD8E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>
            <p:custDataLst>
              <p:tags r:id="rId10"/>
            </p:custDataLst>
          </p:nvPr>
        </p:nvSpPr>
        <p:spPr>
          <a:xfrm>
            <a:off x="8128000" y="2463800"/>
            <a:ext cx="3302000" cy="3403600"/>
          </a:xfrm>
          <a:prstGeom prst="roundRect">
            <a:avLst>
              <a:gd name="adj" fmla="val 3846"/>
            </a:avLst>
          </a:prstGeom>
          <a:solidFill>
            <a:srgbClr val="0070C0">
              <a:alpha val="22000"/>
            </a:srgbClr>
          </a:solidFill>
          <a:ln w="12700" cap="flat" cmpd="sng">
            <a:solidFill>
              <a:srgbClr val="00BEFA">
                <a:alpha val="55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6" name="AutoShape 16"/>
          <p:cNvSpPr txBox="1"/>
          <p:nvPr>
            <p:custDataLst>
              <p:tags r:id="rId11"/>
            </p:custDataLst>
          </p:nvPr>
        </p:nvSpPr>
        <p:spPr>
          <a:xfrm>
            <a:off x="8432800" y="2819400"/>
            <a:ext cx="762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400" b="1" i="0" u="none" strike="noStrike">
                <a:solidFill>
                  <a:srgbClr val="00DC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</a:t>
            </a:r>
            <a:endParaRPr lang="en-US" sz="1100"/>
          </a:p>
        </p:txBody>
      </p:sp>
      <p:sp>
        <p:nvSpPr>
          <p:cNvPr id="17" name="AutoShape 17"/>
          <p:cNvSpPr txBox="1"/>
          <p:nvPr>
            <p:custDataLst>
              <p:tags r:id="rId12"/>
            </p:custDataLst>
          </p:nvPr>
        </p:nvSpPr>
        <p:spPr>
          <a:xfrm>
            <a:off x="8432800" y="3657600"/>
            <a:ext cx="26924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中断继承</a:t>
            </a:r>
            <a:endParaRPr lang="en-US" sz="1100"/>
          </a:p>
        </p:txBody>
      </p:sp>
      <p:sp>
        <p:nvSpPr>
          <p:cNvPr id="18" name="AutoShape 18"/>
          <p:cNvSpPr txBox="1"/>
          <p:nvPr>
            <p:custDataLst>
              <p:tags r:id="rId13"/>
            </p:custDataLst>
          </p:nvPr>
        </p:nvSpPr>
        <p:spPr>
          <a:xfrm>
            <a:off x="8432800" y="4267200"/>
            <a:ext cx="2692400" cy="149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600" b="0" i="0" u="none" strike="noStrike">
                <a:solidFill>
                  <a:srgbClr val="CBD8E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User 选择性继承 BIOS 系统服务中断，驻留不仅跑得起来，还驻留得住。</a:t>
            </a:r>
            <a:endParaRPr lang="en-US" sz="1600" b="0" i="0" u="none" strike="noStrike">
              <a:solidFill>
                <a:srgbClr val="CBD8E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 txBox="1"/>
          <p:nvPr/>
        </p:nvSpPr>
        <p:spPr>
          <a:xfrm>
            <a:off x="508000" y="6502400"/>
            <a:ext cx="381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6A5B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逸君攻坚小队 · 苏州大学</a:t>
            </a:r>
            <a:endParaRPr lang="en-US" sz="1100"/>
          </a:p>
        </p:txBody>
      </p:sp>
      <p:sp>
        <p:nvSpPr>
          <p:cNvPr id="20" name="AutoShape 20"/>
          <p:cNvSpPr txBox="1"/>
          <p:nvPr/>
        </p:nvSpPr>
        <p:spPr>
          <a:xfrm>
            <a:off x="10922000" y="6502400"/>
            <a:ext cx="762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r">
              <a:lnSpc>
                <a:spcPct val="125000"/>
              </a:lnSpc>
              <a:defRPr/>
            </a:pPr>
            <a:fld id="{DC56EFBE-D783-480E-BEBD-4EA8C7FFC4F3}" type="slidenum">
              <a:rPr sz="1000" b="0" i="0" u="none" strike="noStrike">
                <a:solidFill>
                  <a:srgbClr val="96A5B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fld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-36" y="20"/>
            <a:ext cx="12192073" cy="685796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Freeform 3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gradFill rotWithShape="1">
            <a:gsLst>
              <a:gs pos="9000">
                <a:srgbClr val="04061C">
                  <a:alpha val="0"/>
                </a:srgbClr>
              </a:gs>
              <a:gs pos="100000">
                <a:srgbClr val="04061C">
                  <a:alpha val="82000"/>
                </a:srgbClr>
              </a:gs>
            </a:gsLst>
            <a:lin ang="16200000"/>
          </a:gra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3880414" y="2951377"/>
            <a:ext cx="5852009" cy="175565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16DFF">
                  <a:alpha val="0"/>
                </a:srgbClr>
              </a:gs>
              <a:gs pos="69000">
                <a:srgbClr val="016DFF">
                  <a:alpha val="100000"/>
                </a:srgbClr>
              </a:gs>
              <a:gs pos="100000">
                <a:srgbClr val="00FFFF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109728" tIns="54864" rIns="109728" bIns="54864" rtlCol="0" anchor="ctr" anchorCtr="0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2532461" y="1495193"/>
            <a:ext cx="5852009" cy="54863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16DFF">
                  <a:alpha val="0"/>
                </a:srgbClr>
              </a:gs>
              <a:gs pos="69000">
                <a:srgbClr val="016DFF">
                  <a:alpha val="100000"/>
                </a:srgbClr>
              </a:gs>
              <a:gs pos="100000">
                <a:srgbClr val="00FFFF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109728" tIns="54864" rIns="109728" bIns="54864" rtlCol="0" anchor="ctr" anchorCtr="0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365598" y="2289607"/>
            <a:ext cx="6829783" cy="1323541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7" name="Connector 7"/>
          <p:cNvCxnSpPr/>
          <p:nvPr/>
        </p:nvCxnSpPr>
        <p:spPr>
          <a:xfrm>
            <a:off x="2364212" y="3375403"/>
            <a:ext cx="3158581" cy="0"/>
          </a:xfrm>
          <a:prstGeom prst="line">
            <a:avLst/>
          </a:prstGeom>
          <a:noFill/>
          <a:ln w="12700" cap="flat" cmpd="sng">
            <a:gradFill rotWithShape="1">
              <a:gsLst>
                <a:gs pos="0">
                  <a:srgbClr val="016DFF">
                    <a:alpha val="0"/>
                  </a:srgbClr>
                </a:gs>
                <a:gs pos="72000">
                  <a:srgbClr val="016DFF">
                    <a:alpha val="100000"/>
                  </a:srgbClr>
                </a:gs>
                <a:gs pos="100000">
                  <a:srgbClr val="00FFFF">
                    <a:alpha val="100000"/>
                  </a:srgbClr>
                </a:gs>
              </a:gsLst>
              <a:lin ang="0"/>
            </a:gra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8" name="Connector 8"/>
          <p:cNvCxnSpPr/>
          <p:nvPr/>
        </p:nvCxnSpPr>
        <p:spPr>
          <a:xfrm>
            <a:off x="6131389" y="1687258"/>
            <a:ext cx="3158581" cy="0"/>
          </a:xfrm>
          <a:prstGeom prst="line">
            <a:avLst/>
          </a:prstGeom>
          <a:noFill/>
          <a:ln w="12700" cap="flat" cmpd="sng">
            <a:gradFill rotWithShape="1">
              <a:gsLst>
                <a:gs pos="0">
                  <a:srgbClr val="016DFF">
                    <a:alpha val="0"/>
                  </a:srgbClr>
                </a:gs>
                <a:gs pos="72000">
                  <a:srgbClr val="016DFF">
                    <a:alpha val="100000"/>
                  </a:srgbClr>
                </a:gs>
                <a:gs pos="100000">
                  <a:srgbClr val="00FFFF">
                    <a:alpha val="100000"/>
                  </a:srgbClr>
                </a:gs>
              </a:gsLst>
              <a:lin ang="0"/>
            </a:gra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9" name="Connector 9"/>
          <p:cNvCxnSpPr/>
          <p:nvPr/>
        </p:nvCxnSpPr>
        <p:spPr>
          <a:xfrm>
            <a:off x="3284556" y="1376363"/>
            <a:ext cx="3158581" cy="0"/>
          </a:xfrm>
          <a:prstGeom prst="line">
            <a:avLst/>
          </a:prstGeom>
          <a:noFill/>
          <a:ln w="12700" cap="flat" cmpd="sng">
            <a:gradFill rotWithShape="1">
              <a:gsLst>
                <a:gs pos="0">
                  <a:srgbClr val="016DFF">
                    <a:alpha val="0"/>
                  </a:srgbClr>
                </a:gs>
                <a:gs pos="72000">
                  <a:srgbClr val="016DFF">
                    <a:alpha val="100000"/>
                  </a:srgbClr>
                </a:gs>
                <a:gs pos="100000">
                  <a:srgbClr val="00FFFF">
                    <a:alpha val="100000"/>
                  </a:srgbClr>
                </a:gs>
              </a:gsLst>
              <a:lin ang="0"/>
            </a:gradFill>
            <a:prstDash val="sysDot"/>
            <a:miter lim="800000"/>
            <a:headEnd type="none" w="med" len="med"/>
            <a:tailEnd type="none" w="med" len="med"/>
          </a:ln>
        </p:spPr>
      </p:cxnSp>
      <p:cxnSp>
        <p:nvCxnSpPr>
          <p:cNvPr id="10" name="Connector 10"/>
          <p:cNvCxnSpPr/>
          <p:nvPr/>
        </p:nvCxnSpPr>
        <p:spPr>
          <a:xfrm>
            <a:off x="5626640" y="3280362"/>
            <a:ext cx="3158581" cy="0"/>
          </a:xfrm>
          <a:prstGeom prst="line">
            <a:avLst/>
          </a:prstGeom>
          <a:noFill/>
          <a:ln w="12700" cap="flat" cmpd="sng">
            <a:gradFill rotWithShape="1">
              <a:gsLst>
                <a:gs pos="0">
                  <a:srgbClr val="016DFF">
                    <a:alpha val="0"/>
                  </a:srgbClr>
                </a:gs>
                <a:gs pos="72000">
                  <a:srgbClr val="016DFF">
                    <a:alpha val="100000"/>
                  </a:srgbClr>
                </a:gs>
                <a:gs pos="100000">
                  <a:srgbClr val="00FFFF">
                    <a:alpha val="100000"/>
                  </a:srgbClr>
                </a:gs>
              </a:gsLst>
              <a:lin ang="0"/>
            </a:gradFill>
            <a:prstDash val="sysDot"/>
            <a:miter lim="800000"/>
            <a:headEnd type="none" w="med" len="med"/>
            <a:tailEnd type="none" w="med" len="med"/>
          </a:ln>
        </p:spPr>
      </p:cxnSp>
      <p:sp>
        <p:nvSpPr>
          <p:cNvPr id="11" name="AutoShape 11"/>
          <p:cNvSpPr txBox="1"/>
          <p:nvPr/>
        </p:nvSpPr>
        <p:spPr>
          <a:xfrm>
            <a:off x="2351512" y="1745593"/>
            <a:ext cx="7655524" cy="12166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109728" tIns="54864" rIns="109728" bIns="54864" rtlCol="0" anchor="t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7200" b="0" i="0" u="none" strike="noStrike" spc="600">
                <a:gradFill rotWithShape="1">
                  <a:gsLst>
                    <a:gs pos="7000">
                      <a:srgbClr val="F6F8FC">
                        <a:alpha val="100000"/>
                      </a:srgbClr>
                    </a:gs>
                    <a:gs pos="97000">
                      <a:srgbClr val="D7F4FF">
                        <a:alpha val="100000"/>
                      </a:srgbClr>
                    </a:gs>
                  </a:gsLst>
                  <a:lin ang="5400000"/>
                </a:gradFill>
                <a:effectLst>
                  <a:outerShdw sx="102000" sy="102000" algn="ctr" rotWithShape="0">
                    <a:srgbClr val="000000">
                      <a:alpha val="28000"/>
                    </a:srgbClr>
                  </a:outerShdw>
                </a:effectLst>
                <a:latin typeface="汉仪雅酷黑 75W"/>
                <a:ea typeface="汉仪雅酷黑 75W"/>
                <a:cs typeface="汉仪雅酷黑 75W"/>
                <a:sym typeface="汉仪雅酷黑 75W"/>
              </a:rPr>
              <a:t>02.如何做到？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3365500" y="3454400"/>
            <a:ext cx="73279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3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内核下沉 BIOS，接口上浮用户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  <a:r>
              <a:rPr lang="en-US" sz="3400" b="1" i="0" u="none" strike="noStrike">
                <a:solidFill>
                  <a:srgbClr val="FFC000"/>
                </a:solidFill>
                <a:latin typeface="华文中宋"/>
                <a:ea typeface="华文中宋"/>
                <a:cs typeface="华文中宋"/>
                <a:sym typeface="华文中宋"/>
              </a:rPr>
              <a:t>四大抓手落地，六大技术要点支撑</a:t>
            </a:r>
            <a:endParaRPr lang="en-US" sz="3400" b="1" i="0" u="none" strike="noStrike">
              <a:solidFill>
                <a:srgbClr val="FFC000"/>
              </a:solidFill>
              <a:latin typeface="华文中宋"/>
              <a:ea typeface="华文中宋"/>
              <a:cs typeface="华文中宋"/>
              <a:sym typeface="华文中宋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l="11" r="1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Freeform 3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gradFill rotWithShape="1">
            <a:gsLst>
              <a:gs pos="0">
                <a:srgbClr val="04061C">
                  <a:alpha val="78000"/>
                </a:srgbClr>
              </a:gs>
              <a:gs pos="100000">
                <a:srgbClr val="04061C">
                  <a:alpha val="88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 txBox="1"/>
          <p:nvPr/>
        </p:nvSpPr>
        <p:spPr>
          <a:xfrm>
            <a:off x="508000" y="239395"/>
            <a:ext cx="381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基于GEC的轻量级鸿蒙的驻留方法及应用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762000" y="711200"/>
            <a:ext cx="10160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实现驻留的四大抓手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1447800"/>
            <a:ext cx="762000" cy="50800"/>
          </a:xfrm>
          <a:prstGeom prst="roundRect">
            <a:avLst>
              <a:gd name="adj" fmla="val 0"/>
            </a:avLst>
          </a:prstGeom>
          <a:solidFill>
            <a:srgbClr val="00C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>
            <p:custDataLst>
              <p:tags r:id="rId2"/>
            </p:custDataLst>
          </p:nvPr>
        </p:nvSpPr>
        <p:spPr>
          <a:xfrm>
            <a:off x="762000" y="1854200"/>
            <a:ext cx="5080000" cy="1676400"/>
          </a:xfrm>
          <a:prstGeom prst="roundRect">
            <a:avLst>
              <a:gd name="adj" fmla="val 9090"/>
            </a:avLst>
          </a:prstGeom>
          <a:solidFill>
            <a:srgbClr val="0070C0">
              <a:alpha val="22000"/>
            </a:srgbClr>
          </a:solidFill>
          <a:ln w="12700" cap="flat" cmpd="sng">
            <a:solidFill>
              <a:srgbClr val="00BEFA">
                <a:alpha val="55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>
            <p:custDataLst>
              <p:tags r:id="rId3"/>
            </p:custDataLst>
          </p:nvPr>
        </p:nvSpPr>
        <p:spPr>
          <a:xfrm>
            <a:off x="6350000" y="1854200"/>
            <a:ext cx="5080000" cy="1676400"/>
          </a:xfrm>
          <a:prstGeom prst="roundRect">
            <a:avLst>
              <a:gd name="adj" fmla="val 9090"/>
            </a:avLst>
          </a:prstGeom>
          <a:solidFill>
            <a:srgbClr val="0070C0">
              <a:alpha val="22000"/>
            </a:srgbClr>
          </a:solidFill>
          <a:ln w="12700" cap="flat" cmpd="sng">
            <a:solidFill>
              <a:srgbClr val="00BEFA">
                <a:alpha val="55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>
            <p:custDataLst>
              <p:tags r:id="rId4"/>
            </p:custDataLst>
          </p:nvPr>
        </p:nvSpPr>
        <p:spPr>
          <a:xfrm>
            <a:off x="762000" y="3759200"/>
            <a:ext cx="5080000" cy="1676400"/>
          </a:xfrm>
          <a:prstGeom prst="roundRect">
            <a:avLst>
              <a:gd name="adj" fmla="val 9090"/>
            </a:avLst>
          </a:prstGeom>
          <a:solidFill>
            <a:srgbClr val="0070C0">
              <a:alpha val="22000"/>
            </a:srgbClr>
          </a:solidFill>
          <a:ln w="12700" cap="flat" cmpd="sng">
            <a:solidFill>
              <a:srgbClr val="00BEFA">
                <a:alpha val="55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>
            <p:custDataLst>
              <p:tags r:id="rId5"/>
            </p:custDataLst>
          </p:nvPr>
        </p:nvSpPr>
        <p:spPr>
          <a:xfrm>
            <a:off x="6350000" y="3759200"/>
            <a:ext cx="5080000" cy="1676400"/>
          </a:xfrm>
          <a:prstGeom prst="roundRect">
            <a:avLst>
              <a:gd name="adj" fmla="val 9090"/>
            </a:avLst>
          </a:prstGeom>
          <a:solidFill>
            <a:srgbClr val="0070C0">
              <a:alpha val="22000"/>
            </a:srgbClr>
          </a:solidFill>
          <a:ln w="12700" cap="flat" cmpd="sng">
            <a:solidFill>
              <a:srgbClr val="00BEFA">
                <a:alpha val="55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1" name="AutoShape 11"/>
          <p:cNvSpPr txBox="1"/>
          <p:nvPr>
            <p:custDataLst>
              <p:tags r:id="rId6"/>
            </p:custDataLst>
          </p:nvPr>
        </p:nvSpPr>
        <p:spPr>
          <a:xfrm>
            <a:off x="1092200" y="2235200"/>
            <a:ext cx="762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DC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12" name="AutoShape 12"/>
          <p:cNvSpPr txBox="1"/>
          <p:nvPr>
            <p:custDataLst>
              <p:tags r:id="rId7"/>
            </p:custDataLst>
          </p:nvPr>
        </p:nvSpPr>
        <p:spPr>
          <a:xfrm>
            <a:off x="1981200" y="2235200"/>
            <a:ext cx="36068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构建通用嵌入式计算机 GEC</a:t>
            </a:r>
            <a:endParaRPr lang="en-US" sz="1100"/>
          </a:p>
        </p:txBody>
      </p:sp>
      <p:sp>
        <p:nvSpPr>
          <p:cNvPr id="13" name="AutoShape 13"/>
          <p:cNvSpPr txBox="1"/>
          <p:nvPr>
            <p:custDataLst>
              <p:tags r:id="rId8"/>
            </p:custDataLst>
          </p:nvPr>
        </p:nvSpPr>
        <p:spPr>
          <a:xfrm>
            <a:off x="1981200" y="2819400"/>
            <a:ext cx="36068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C8D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硬件底座 · 屏蔽底层硬件差异</a:t>
            </a:r>
            <a:endParaRPr lang="en-US" sz="1600" b="0" i="0" u="none" strike="noStrike">
              <a:solidFill>
                <a:srgbClr val="C8D7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 txBox="1"/>
          <p:nvPr>
            <p:custDataLst>
              <p:tags r:id="rId9"/>
            </p:custDataLst>
          </p:nvPr>
        </p:nvSpPr>
        <p:spPr>
          <a:xfrm>
            <a:off x="6680200" y="2235200"/>
            <a:ext cx="762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DC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5" name="AutoShape 15"/>
          <p:cNvSpPr txBox="1"/>
          <p:nvPr>
            <p:custDataLst>
              <p:tags r:id="rId10"/>
            </p:custDataLst>
          </p:nvPr>
        </p:nvSpPr>
        <p:spPr>
          <a:xfrm>
            <a:off x="7569200" y="2235200"/>
            <a:ext cx="36068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驻留轻量级鸿蒙 LiteOS</a:t>
            </a:r>
            <a:endParaRPr lang="en-US" sz="1100"/>
          </a:p>
        </p:txBody>
      </p:sp>
      <p:sp>
        <p:nvSpPr>
          <p:cNvPr id="16" name="AutoShape 16"/>
          <p:cNvSpPr txBox="1"/>
          <p:nvPr>
            <p:custDataLst>
              <p:tags r:id="rId11"/>
            </p:custDataLst>
          </p:nvPr>
        </p:nvSpPr>
        <p:spPr>
          <a:xfrm>
            <a:off x="7569200" y="2819400"/>
            <a:ext cx="36068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C8D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系统内核 · 固化多任务调度能力</a:t>
            </a:r>
            <a:endParaRPr lang="en-US" sz="1600" b="0" i="0" u="none" strike="noStrike">
              <a:solidFill>
                <a:srgbClr val="C8D7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 txBox="1"/>
          <p:nvPr>
            <p:custDataLst>
              <p:tags r:id="rId12"/>
            </p:custDataLst>
          </p:nvPr>
        </p:nvSpPr>
        <p:spPr>
          <a:xfrm>
            <a:off x="1092200" y="4140200"/>
            <a:ext cx="762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DC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8" name="AutoShape 18"/>
          <p:cNvSpPr txBox="1"/>
          <p:nvPr>
            <p:custDataLst>
              <p:tags r:id="rId13"/>
            </p:custDataLst>
          </p:nvPr>
        </p:nvSpPr>
        <p:spPr>
          <a:xfrm>
            <a:off x="1981200" y="4140200"/>
            <a:ext cx="36068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BIOS 程序服务于 User 程序</a:t>
            </a:r>
            <a:endParaRPr lang="en-US" sz="1100"/>
          </a:p>
        </p:txBody>
      </p:sp>
      <p:sp>
        <p:nvSpPr>
          <p:cNvPr id="19" name="AutoShape 19"/>
          <p:cNvSpPr txBox="1"/>
          <p:nvPr>
            <p:custDataLst>
              <p:tags r:id="rId14"/>
            </p:custDataLst>
          </p:nvPr>
        </p:nvSpPr>
        <p:spPr>
          <a:xfrm>
            <a:off x="1981200" y="4724400"/>
            <a:ext cx="36068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C8D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软件架构 · 上下分层、接口统一</a:t>
            </a:r>
            <a:endParaRPr lang="en-US" sz="1600" b="0" i="0" u="none" strike="noStrike">
              <a:solidFill>
                <a:srgbClr val="C8D7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 txBox="1"/>
          <p:nvPr>
            <p:custDataLst>
              <p:tags r:id="rId15"/>
            </p:custDataLst>
          </p:nvPr>
        </p:nvSpPr>
        <p:spPr>
          <a:xfrm>
            <a:off x="6680200" y="4140200"/>
            <a:ext cx="762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DC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21" name="AutoShape 21"/>
          <p:cNvSpPr txBox="1"/>
          <p:nvPr>
            <p:custDataLst>
              <p:tags r:id="rId16"/>
            </p:custDataLst>
          </p:nvPr>
        </p:nvSpPr>
        <p:spPr>
          <a:xfrm>
            <a:off x="7569200" y="4140200"/>
            <a:ext cx="36068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提供基本要素应用标准样例</a:t>
            </a:r>
            <a:endParaRPr lang="en-US" sz="1100"/>
          </a:p>
        </p:txBody>
      </p:sp>
      <p:sp>
        <p:nvSpPr>
          <p:cNvPr id="22" name="AutoShape 22"/>
          <p:cNvSpPr txBox="1"/>
          <p:nvPr>
            <p:custDataLst>
              <p:tags r:id="rId17"/>
            </p:custDataLst>
          </p:nvPr>
        </p:nvSpPr>
        <p:spPr>
          <a:xfrm>
            <a:off x="7569200" y="4724400"/>
            <a:ext cx="36068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C8D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开发入口 · 开箱即用、快速上手</a:t>
            </a:r>
            <a:endParaRPr lang="en-US" sz="1600" b="0" i="0" u="none" strike="noStrike">
              <a:solidFill>
                <a:srgbClr val="C8D7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" name="AutoShape 23"/>
          <p:cNvSpPr txBox="1"/>
          <p:nvPr/>
        </p:nvSpPr>
        <p:spPr>
          <a:xfrm>
            <a:off x="762000" y="5715000"/>
            <a:ext cx="10668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AFBE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从硬件底座、系统内核、软件架构到开发入口，四大抓手逐层递进，构成驻留方案的完整落地路径。</a:t>
            </a:r>
            <a:endParaRPr lang="en-US" sz="1600" b="0" i="0" u="none" strike="noStrike">
              <a:solidFill>
                <a:srgbClr val="AFBED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4" name="AutoShape 24"/>
          <p:cNvSpPr txBox="1"/>
          <p:nvPr/>
        </p:nvSpPr>
        <p:spPr>
          <a:xfrm>
            <a:off x="508000" y="6502400"/>
            <a:ext cx="381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6A5B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逸君攻坚小队 · 苏州大学</a:t>
            </a:r>
            <a:endParaRPr lang="en-US" sz="1000" b="0" i="0" u="none" strike="noStrike">
              <a:solidFill>
                <a:srgbClr val="96A5B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5" name="AutoShape 25"/>
          <p:cNvSpPr txBox="1"/>
          <p:nvPr/>
        </p:nvSpPr>
        <p:spPr>
          <a:xfrm>
            <a:off x="10922000" y="6502400"/>
            <a:ext cx="762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r">
              <a:lnSpc>
                <a:spcPct val="125000"/>
              </a:lnSpc>
              <a:defRPr/>
            </a:pPr>
            <a:fld id="{686C91BE-B792-4293-B1AE-818C0C5CF65B}" type="slidenum">
              <a:rPr sz="1000" b="0" i="0" u="none" strike="noStrike">
                <a:solidFill>
                  <a:srgbClr val="96A5B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fld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l="11" r="1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Freeform 3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gradFill rotWithShape="1">
            <a:gsLst>
              <a:gs pos="0">
                <a:srgbClr val="04061C">
                  <a:alpha val="78000"/>
                </a:srgbClr>
              </a:gs>
              <a:gs pos="100000">
                <a:srgbClr val="04061C">
                  <a:alpha val="88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 txBox="1"/>
          <p:nvPr/>
        </p:nvSpPr>
        <p:spPr>
          <a:xfrm>
            <a:off x="508000" y="330200"/>
            <a:ext cx="508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96AAC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基于GEC的轻量级鸿蒙的驻留方法及应用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762000" y="7874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驻留架构：内核下沉 BIOS，接口上浮到用户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2794000" y="1676400"/>
            <a:ext cx="6604000" cy="1092200"/>
          </a:xfrm>
          <a:prstGeom prst="roundRect">
            <a:avLst>
              <a:gd name="adj" fmla="val 9302"/>
            </a:avLst>
          </a:prstGeom>
          <a:solidFill>
            <a:srgbClr val="0070C0">
              <a:alpha val="35000"/>
            </a:srgbClr>
          </a:solidFill>
          <a:ln w="12700" cap="flat" cmpd="sng">
            <a:solidFill>
              <a:srgbClr val="00C8FF">
                <a:alpha val="7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7" name="AutoShape 7"/>
          <p:cNvSpPr txBox="1"/>
          <p:nvPr/>
        </p:nvSpPr>
        <p:spPr>
          <a:xfrm>
            <a:off x="3048000" y="1854200"/>
            <a:ext cx="609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User 程序（用户编写）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3048000" y="2260600"/>
            <a:ext cx="609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0" i="0" u="none" strike="noStrike">
                <a:solidFill>
                  <a:srgbClr val="C8D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业务逻辑 · 多线程应用 · 不含任何 LiteOS 源码</a:t>
            </a:r>
            <a:endParaRPr lang="en-US" b="0" i="0" u="none" strike="noStrike">
              <a:solidFill>
                <a:srgbClr val="C8D7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9" name="Connector 9"/>
          <p:cNvCxnSpPr/>
          <p:nvPr/>
        </p:nvCxnSpPr>
        <p:spPr>
          <a:xfrm rot="5285450">
            <a:off x="5905500" y="2952856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C8FF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0" name="AutoShape 10"/>
          <p:cNvSpPr/>
          <p:nvPr/>
        </p:nvSpPr>
        <p:spPr>
          <a:xfrm>
            <a:off x="2794000" y="3200400"/>
            <a:ext cx="6604000" cy="711200"/>
          </a:xfrm>
          <a:prstGeom prst="roundRect">
            <a:avLst>
              <a:gd name="adj" fmla="val 14284"/>
            </a:avLst>
          </a:prstGeom>
          <a:solidFill>
            <a:srgbClr val="00C8FF">
              <a:alpha val="2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1" name="AutoShape 11"/>
          <p:cNvSpPr txBox="1"/>
          <p:nvPr/>
        </p:nvSpPr>
        <p:spPr>
          <a:xfrm>
            <a:off x="3048000" y="3276600"/>
            <a:ext cx="6096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统一 API 层　Os_United_API.h（延时 · 事件 · 消息队列 · 信号量 · 互斥量）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5285450">
            <a:off x="5905500" y="4095856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C8FF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3" name="AutoShape 13"/>
          <p:cNvSpPr/>
          <p:nvPr/>
        </p:nvSpPr>
        <p:spPr>
          <a:xfrm>
            <a:off x="1524000" y="4343400"/>
            <a:ext cx="9144000" cy="1651000"/>
          </a:xfrm>
          <a:prstGeom prst="roundRect">
            <a:avLst>
              <a:gd name="adj" fmla="val 6152"/>
            </a:avLst>
          </a:prstGeom>
          <a:solidFill>
            <a:srgbClr val="0A285A">
              <a:alpha val="70000"/>
            </a:srgbClr>
          </a:solidFill>
          <a:ln w="12700" cap="flat" cmpd="sng">
            <a:solidFill>
              <a:srgbClr val="0096DC">
                <a:alpha val="5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4" name="AutoShape 14"/>
          <p:cNvSpPr txBox="1"/>
          <p:nvPr/>
        </p:nvSpPr>
        <p:spPr>
          <a:xfrm>
            <a:off x="1778000" y="4495800"/>
            <a:ext cx="863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00DC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BIOS（出厂固化 · GEC 提供者完成）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1778000" y="4927600"/>
            <a:ext cx="279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0" i="0" u="none" strike="noStrike">
                <a:solidFill>
                  <a:srgbClr val="D2E1F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LiteOS 内核机器码</a:t>
            </a:r>
            <a:br>
              <a:rPr lang="en-US" b="0" i="0" u="none" strike="noStrike">
                <a:solidFill>
                  <a:srgbClr val="D2E1F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b="0" i="0" u="none" strike="noStrike">
                <a:solidFill>
                  <a:srgbClr val="D2E1F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调度 · 同步 · 通信</a:t>
            </a:r>
            <a:endParaRPr lang="en-US" b="0" i="0" u="none" strike="noStrike">
              <a:solidFill>
                <a:srgbClr val="D2E1F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 txBox="1"/>
          <p:nvPr/>
        </p:nvSpPr>
        <p:spPr>
          <a:xfrm>
            <a:off x="5080000" y="4927600"/>
            <a:ext cx="279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0" i="0" u="none" strike="noStrike">
                <a:solidFill>
                  <a:srgbClr val="D2E1F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底层驱动构件</a:t>
            </a:r>
            <a:br>
              <a:rPr lang="en-US" b="0" i="0" u="none" strike="noStrike">
                <a:solidFill>
                  <a:srgbClr val="D2E1F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b="0" i="0" u="none" strike="noStrike">
                <a:solidFill>
                  <a:srgbClr val="D2E1F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GPIO/UART/SPI…</a:t>
            </a:r>
            <a:endParaRPr lang="en-US" b="0" i="0" u="none" strike="noStrike">
              <a:solidFill>
                <a:srgbClr val="D2E1F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 txBox="1"/>
          <p:nvPr/>
        </p:nvSpPr>
        <p:spPr>
          <a:xfrm>
            <a:off x="8128000" y="4927600"/>
            <a:ext cx="228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0" i="0" u="none" strike="noStrike">
                <a:solidFill>
                  <a:srgbClr val="D2E1F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中断服务例程</a:t>
            </a:r>
            <a:br>
              <a:rPr lang="en-US" b="0" i="0" u="none" strike="noStrike">
                <a:solidFill>
                  <a:srgbClr val="D2E1F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b="0" i="0" u="none" strike="noStrike">
                <a:solidFill>
                  <a:srgbClr val="D2E1F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时钟嘀嗒等</a:t>
            </a:r>
            <a:endParaRPr lang="en-US" b="0" i="0" u="none" strike="noStrike">
              <a:solidFill>
                <a:srgbClr val="D2E1F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 txBox="1"/>
          <p:nvPr/>
        </p:nvSpPr>
        <p:spPr>
          <a:xfrm>
            <a:off x="508000" y="6502400"/>
            <a:ext cx="381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6A5B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逸君攻坚小队 · 苏州大学</a:t>
            </a:r>
            <a:endParaRPr lang="en-US" sz="1100"/>
          </a:p>
        </p:txBody>
      </p:sp>
      <p:sp>
        <p:nvSpPr>
          <p:cNvPr id="19" name="AutoShape 19"/>
          <p:cNvSpPr txBox="1"/>
          <p:nvPr/>
        </p:nvSpPr>
        <p:spPr>
          <a:xfrm>
            <a:off x="10922000" y="6502400"/>
            <a:ext cx="762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r">
              <a:lnSpc>
                <a:spcPct val="125000"/>
              </a:lnSpc>
              <a:defRPr/>
            </a:pPr>
            <a:fld id="{54EA5FA9-213E-41AA-8C66-FAD5E525A748}" type="slidenum">
              <a:rPr sz="1000" b="0" i="0" u="none" strike="noStrike">
                <a:solidFill>
                  <a:srgbClr val="96A5B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fld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l="11" r="1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  <p:sp>
        <p:nvSpPr>
          <p:cNvPr id="3" name="Freeform 3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gradFill rotWithShape="1">
            <a:gsLst>
              <a:gs pos="0">
                <a:srgbClr val="04061C">
                  <a:alpha val="78000"/>
                </a:srgbClr>
              </a:gs>
              <a:gs pos="100000">
                <a:srgbClr val="04061C">
                  <a:alpha val="88000"/>
                </a:srgbClr>
              </a:gs>
            </a:gsLst>
            <a:lin ang="5400000"/>
          </a:gra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508000" y="330200"/>
            <a:ext cx="508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96AAC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基于GEC的轻量级鸿蒙的驻留方法及应用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762000" y="7874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BIOS 与 User，各管一摊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87400" y="1447800"/>
            <a:ext cx="711200" cy="38100"/>
          </a:xfrm>
          <a:prstGeom prst="roundRect">
            <a:avLst>
              <a:gd name="adj" fmla="val 0"/>
            </a:avLst>
          </a:prstGeom>
          <a:solidFill>
            <a:srgbClr val="00C8FF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7" name="AutoShape 7"/>
          <p:cNvSpPr/>
          <p:nvPr>
            <p:custDataLst>
              <p:tags r:id="rId2"/>
            </p:custDataLst>
          </p:nvPr>
        </p:nvSpPr>
        <p:spPr>
          <a:xfrm>
            <a:off x="762000" y="1905000"/>
            <a:ext cx="5080000" cy="4064000"/>
          </a:xfrm>
          <a:prstGeom prst="roundRect">
            <a:avLst>
              <a:gd name="adj" fmla="val 3125"/>
            </a:avLst>
          </a:prstGeom>
          <a:solidFill>
            <a:srgbClr val="0070C0">
              <a:alpha val="2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8" name="AutoShape 8"/>
          <p:cNvSpPr txBox="1"/>
          <p:nvPr>
            <p:custDataLst>
              <p:tags r:id="rId3"/>
            </p:custDataLst>
          </p:nvPr>
        </p:nvSpPr>
        <p:spPr>
          <a:xfrm>
            <a:off x="1092200" y="2184400"/>
            <a:ext cx="4572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DC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BIOS（出厂固化）</a:t>
            </a:r>
            <a:endParaRPr lang="en-US" sz="1100"/>
          </a:p>
        </p:txBody>
      </p:sp>
      <p:sp>
        <p:nvSpPr>
          <p:cNvPr id="9" name="AutoShape 9"/>
          <p:cNvSpPr txBox="1"/>
          <p:nvPr>
            <p:custDataLst>
              <p:tags r:id="rId4"/>
            </p:custDataLst>
          </p:nvPr>
        </p:nvSpPr>
        <p:spPr>
          <a:xfrm>
            <a:off x="1092200" y="2844800"/>
            <a:ext cx="4572000" cy="292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67000"/>
              </a:lnSpc>
              <a:defRPr/>
            </a:pPr>
            <a:r>
              <a:rPr lang="en-US" sz="1600" b="0" i="0" u="none" strike="noStrike">
                <a:solidFill>
                  <a:srgbClr val="D7E4F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上电启动与向 User 交棒</a:t>
            </a:r>
            <a:endParaRPr lang="en-US" sz="1200"/>
          </a:p>
          <a:p>
            <a:pPr marL="0" indent="0" algn="l">
              <a:lnSpc>
                <a:spcPct val="167000"/>
              </a:lnSpc>
            </a:pPr>
            <a:r>
              <a:rPr lang="en-US" sz="1600" b="0" i="0" u="none" strike="noStrike">
                <a:solidFill>
                  <a:srgbClr val="D7E4F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LiteOS 内核与调度器</a:t>
            </a:r>
            <a:endParaRPr lang="en-US" sz="1600" b="0" i="0" u="none" strike="noStrike">
              <a:solidFill>
                <a:srgbClr val="D7E4F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67000"/>
              </a:lnSpc>
            </a:pPr>
            <a:r>
              <a:rPr lang="en-US" sz="1600" b="0" i="0" u="none" strike="noStrike">
                <a:solidFill>
                  <a:srgbClr val="D7E4F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底层驱动构件机器码</a:t>
            </a:r>
            <a:endParaRPr lang="en-US" sz="1600" b="0" i="0" u="none" strike="noStrike">
              <a:solidFill>
                <a:srgbClr val="D7E4F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67000"/>
              </a:lnSpc>
            </a:pPr>
            <a:r>
              <a:rPr lang="en-US" sz="1600" b="0" i="0" u="none" strike="noStrike">
                <a:solidFill>
                  <a:srgbClr val="D7E4F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统一 API 函数原型</a:t>
            </a:r>
            <a:endParaRPr lang="en-US" sz="1600" b="0" i="0" u="none" strike="noStrike">
              <a:solidFill>
                <a:srgbClr val="D7E4F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67000"/>
              </a:lnSpc>
            </a:pPr>
            <a:r>
              <a:rPr lang="en-US" sz="1600" b="0" i="0" u="none" strike="noStrike">
                <a:solidFill>
                  <a:srgbClr val="D7E4F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中断向量表与系统中断</a:t>
            </a:r>
            <a:endParaRPr lang="en-US" sz="1600" b="0" i="0" u="none" strike="noStrike">
              <a:solidFill>
                <a:srgbClr val="D7E4F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>
            <p:custDataLst>
              <p:tags r:id="rId5"/>
            </p:custDataLst>
          </p:nvPr>
        </p:nvSpPr>
        <p:spPr>
          <a:xfrm>
            <a:off x="6350000" y="1905000"/>
            <a:ext cx="5080000" cy="4064000"/>
          </a:xfrm>
          <a:prstGeom prst="roundRect">
            <a:avLst>
              <a:gd name="adj" fmla="val 3125"/>
            </a:avLst>
          </a:prstGeom>
          <a:solidFill>
            <a:srgbClr val="FFFFFF">
              <a:alpha val="6000"/>
            </a:srgbClr>
          </a:solidFill>
          <a:ln w="12700" cap="flat" cmpd="sng">
            <a:solidFill>
              <a:srgbClr val="00B4F0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1" name="AutoShape 11"/>
          <p:cNvSpPr txBox="1"/>
          <p:nvPr>
            <p:custDataLst>
              <p:tags r:id="rId6"/>
            </p:custDataLst>
          </p:nvPr>
        </p:nvSpPr>
        <p:spPr>
          <a:xfrm>
            <a:off x="6680200" y="2184400"/>
            <a:ext cx="4572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User（用户编写）</a:t>
            </a:r>
            <a:endParaRPr lang="en-US" sz="1100"/>
          </a:p>
        </p:txBody>
      </p:sp>
      <p:sp>
        <p:nvSpPr>
          <p:cNvPr id="12" name="AutoShape 12"/>
          <p:cNvSpPr txBox="1"/>
          <p:nvPr>
            <p:custDataLst>
              <p:tags r:id="rId7"/>
            </p:custDataLst>
          </p:nvPr>
        </p:nvSpPr>
        <p:spPr>
          <a:xfrm>
            <a:off x="6680200" y="2844800"/>
            <a:ext cx="4572000" cy="292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67000"/>
              </a:lnSpc>
              <a:defRPr/>
            </a:pPr>
            <a:r>
              <a:rPr lang="en-US" sz="1600" b="0" i="0" u="none" strike="noStrike">
                <a:solidFill>
                  <a:srgbClr val="D7E4F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只写业务逻辑</a:t>
            </a:r>
            <a:endParaRPr lang="en-US" sz="1200"/>
          </a:p>
          <a:p>
            <a:pPr marL="0" indent="0" algn="l">
              <a:lnSpc>
                <a:spcPct val="167000"/>
              </a:lnSpc>
            </a:pPr>
            <a:r>
              <a:rPr lang="en-US" sz="1600" b="0" i="0" u="none" strike="noStrike">
                <a:solidFill>
                  <a:srgbClr val="D7E4F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多线程应用组织</a:t>
            </a:r>
            <a:endParaRPr lang="en-US" sz="1600" b="0" i="0" u="none" strike="noStrike">
              <a:solidFill>
                <a:srgbClr val="D7E4F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67000"/>
              </a:lnSpc>
            </a:pPr>
            <a:r>
              <a:rPr lang="en-US" sz="1600" b="0" i="0" u="none" strike="noStrike">
                <a:solidFill>
                  <a:srgbClr val="D7E4F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传感器采集 / 通信 / 推理</a:t>
            </a:r>
            <a:endParaRPr lang="en-US" sz="1600" b="0" i="0" u="none" strike="noStrike">
              <a:solidFill>
                <a:srgbClr val="D7E4F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67000"/>
              </a:lnSpc>
            </a:pPr>
            <a:r>
              <a:rPr lang="en-US" sz="1600" b="0" i="0" u="none" strike="noStrike">
                <a:solidFill>
                  <a:srgbClr val="D7E4F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调用统一 API，不碰内核</a:t>
            </a:r>
            <a:endParaRPr lang="en-US" sz="1600" b="0" i="0" u="none" strike="noStrike">
              <a:solidFill>
                <a:srgbClr val="D7E4F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67000"/>
              </a:lnSpc>
            </a:pPr>
            <a:r>
              <a:rPr lang="en-US" sz="1600" b="0" i="0" u="none" strike="noStrike">
                <a:solidFill>
                  <a:srgbClr val="D7E4F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串口下载，可独立更新</a:t>
            </a:r>
            <a:endParaRPr lang="en-US" sz="1600" b="0" i="0" u="none" strike="noStrike">
              <a:solidFill>
                <a:srgbClr val="D7E4F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 txBox="1"/>
          <p:nvPr/>
        </p:nvSpPr>
        <p:spPr>
          <a:xfrm>
            <a:off x="508000" y="6502400"/>
            <a:ext cx="381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6A5B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逸君攻坚小队 · 苏州大学</a:t>
            </a:r>
            <a:endParaRPr lang="en-US" sz="1100"/>
          </a:p>
        </p:txBody>
      </p:sp>
      <p:sp>
        <p:nvSpPr>
          <p:cNvPr id="14" name="AutoShape 14"/>
          <p:cNvSpPr txBox="1"/>
          <p:nvPr/>
        </p:nvSpPr>
        <p:spPr>
          <a:xfrm>
            <a:off x="10922000" y="6502400"/>
            <a:ext cx="762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r">
              <a:lnSpc>
                <a:spcPct val="125000"/>
              </a:lnSpc>
              <a:defRPr/>
            </a:pPr>
            <a:fld id="{BD956104-C65E-4CA8-A2A4-55B1C753150C}" type="slidenum">
              <a:rPr sz="1000" b="0" i="0" u="none" strike="noStrike">
                <a:solidFill>
                  <a:srgbClr val="96A5B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fld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l="11" r="1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  <p:sp>
        <p:nvSpPr>
          <p:cNvPr id="3" name="Freeform 3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gradFill rotWithShape="1">
            <a:gsLst>
              <a:gs pos="0">
                <a:srgbClr val="04061C">
                  <a:alpha val="78000"/>
                </a:srgbClr>
              </a:gs>
              <a:gs pos="100000">
                <a:srgbClr val="04061C">
                  <a:alpha val="88000"/>
                </a:srgbClr>
              </a:gs>
            </a:gsLst>
            <a:lin ang="5400000"/>
          </a:gra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508000" y="330200"/>
            <a:ext cx="508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96AAC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基于GEC的轻量级鸿蒙的驻留方法及应用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762000" y="7874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存储划分：独立、紧凑、不误擦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87400" y="1447800"/>
            <a:ext cx="711200" cy="38100"/>
          </a:xfrm>
          <a:prstGeom prst="roundRect">
            <a:avLst>
              <a:gd name="adj" fmla="val 0"/>
            </a:avLst>
          </a:prstGeom>
          <a:solidFill>
            <a:srgbClr val="00C8FF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762000" y="1981200"/>
            <a:ext cx="152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DC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片外 Flash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2438400"/>
            <a:ext cx="3810000" cy="711200"/>
          </a:xfrm>
          <a:prstGeom prst="roundRect">
            <a:avLst>
              <a:gd name="adj" fmla="val 10712"/>
            </a:avLst>
          </a:prstGeom>
          <a:solidFill>
            <a:srgbClr val="0070C0">
              <a:alpha val="55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762000" y="2438400"/>
            <a:ext cx="3810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BIOS 区（从 0 地址起）</a:t>
            </a:r>
            <a:endParaRPr lang="en-US" sz="1600" b="0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4648200" y="2438400"/>
            <a:ext cx="6781800" cy="711200"/>
          </a:xfrm>
          <a:prstGeom prst="roundRect">
            <a:avLst>
              <a:gd name="adj" fmla="val 10712"/>
            </a:avLst>
          </a:prstGeom>
          <a:solidFill>
            <a:srgbClr val="FFFFFF">
              <a:alpha val="12000"/>
            </a:srgbClr>
          </a:solidFill>
          <a:ln w="12700" cap="flat" cmpd="sng">
            <a:solidFill>
              <a:srgbClr val="00B4F0">
                <a:alpha val="5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4648200" y="2438400"/>
            <a:ext cx="67818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DCE8F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User 区（剩余连续空间，分属不同扇区）</a:t>
            </a:r>
            <a:endParaRPr lang="en-US" sz="1600" b="0" i="0" u="none" strike="noStrike">
              <a:solidFill>
                <a:srgbClr val="DCE8F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 txBox="1"/>
          <p:nvPr/>
        </p:nvSpPr>
        <p:spPr>
          <a:xfrm>
            <a:off x="762000" y="3683000"/>
            <a:ext cx="152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DC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RAM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4140200"/>
            <a:ext cx="5334000" cy="711200"/>
          </a:xfrm>
          <a:prstGeom prst="roundRect">
            <a:avLst>
              <a:gd name="adj" fmla="val 10712"/>
            </a:avLst>
          </a:prstGeom>
          <a:solidFill>
            <a:srgbClr val="0070C0">
              <a:alpha val="4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4" name="AutoShape 14"/>
          <p:cNvSpPr txBox="1"/>
          <p:nvPr/>
        </p:nvSpPr>
        <p:spPr>
          <a:xfrm>
            <a:off x="762000" y="4140200"/>
            <a:ext cx="5334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BIOS 数据段 / 堆</a:t>
            </a:r>
            <a:endParaRPr lang="en-US" sz="1600" b="0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172200" y="4140200"/>
            <a:ext cx="5257800" cy="711200"/>
          </a:xfrm>
          <a:prstGeom prst="roundRect">
            <a:avLst>
              <a:gd name="adj" fmla="val 10712"/>
            </a:avLst>
          </a:prstGeom>
          <a:solidFill>
            <a:srgbClr val="FFFFFF">
              <a:alpha val="12000"/>
            </a:srgbClr>
          </a:solidFill>
          <a:ln w="12700" cap="flat" cmpd="sng">
            <a:solidFill>
              <a:srgbClr val="00B4F0">
                <a:alpha val="5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6" name="AutoShape 16"/>
          <p:cNvSpPr txBox="1"/>
          <p:nvPr/>
        </p:nvSpPr>
        <p:spPr>
          <a:xfrm>
            <a:off x="6172200" y="4140200"/>
            <a:ext cx="52578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DCE8F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User 数据段 / 堆　·　栈共享复用</a:t>
            </a:r>
            <a:endParaRPr lang="en-US" sz="1600" b="0" i="0" u="none" strike="noStrike">
              <a:solidFill>
                <a:srgbClr val="DCE8F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 txBox="1"/>
          <p:nvPr/>
        </p:nvSpPr>
        <p:spPr>
          <a:xfrm>
            <a:off x="762000" y="52832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600" b="0" i="0" u="none" strike="noStrike">
                <a:solidFill>
                  <a:srgbClr val="BECD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Flash 两区分属不同扇区，User 写入不会误擦 BIOS；栈段在交棒后由 User 复用，存储利用率最大化。</a:t>
            </a:r>
            <a:endParaRPr lang="en-US" sz="1600" b="0" i="0" u="none" strike="noStrike">
              <a:solidFill>
                <a:srgbClr val="BECD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 txBox="1"/>
          <p:nvPr/>
        </p:nvSpPr>
        <p:spPr>
          <a:xfrm>
            <a:off x="508000" y="6502400"/>
            <a:ext cx="381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6A5B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逸君攻坚小队 · 苏州大学</a:t>
            </a:r>
            <a:endParaRPr lang="en-US" sz="1100"/>
          </a:p>
        </p:txBody>
      </p:sp>
      <p:sp>
        <p:nvSpPr>
          <p:cNvPr id="19" name="AutoShape 19"/>
          <p:cNvSpPr txBox="1"/>
          <p:nvPr/>
        </p:nvSpPr>
        <p:spPr>
          <a:xfrm>
            <a:off x="10922000" y="6502400"/>
            <a:ext cx="762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r">
              <a:lnSpc>
                <a:spcPct val="125000"/>
              </a:lnSpc>
              <a:defRPr/>
            </a:pPr>
            <a:fld id="{3FB1AD23-C72E-481B-B318-7A245819B735}" type="slidenum">
              <a:rPr sz="1000" b="0" i="0" u="none" strike="noStrike">
                <a:solidFill>
                  <a:srgbClr val="96A5B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fld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l="11" r="1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Freeform 3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gradFill rotWithShape="1">
            <a:gsLst>
              <a:gs pos="0">
                <a:srgbClr val="04061C">
                  <a:alpha val="78000"/>
                </a:srgbClr>
              </a:gs>
              <a:gs pos="100000">
                <a:srgbClr val="04061C">
                  <a:alpha val="88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 txBox="1"/>
          <p:nvPr/>
        </p:nvSpPr>
        <p:spPr>
          <a:xfrm>
            <a:off x="508000" y="330200"/>
            <a:ext cx="508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96AAC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基于GEC的轻量级鸿蒙的驻留方法及应用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762000" y="7874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六项驻留技术要点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87400" y="1447800"/>
            <a:ext cx="711200" cy="38100"/>
          </a:xfrm>
          <a:prstGeom prst="roundRect">
            <a:avLst>
              <a:gd name="adj" fmla="val 0"/>
            </a:avLst>
          </a:prstGeom>
          <a:solidFill>
            <a:srgbClr val="00C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>
            <p:custDataLst>
              <p:tags r:id="rId2"/>
            </p:custDataLst>
          </p:nvPr>
        </p:nvSpPr>
        <p:spPr>
          <a:xfrm>
            <a:off x="762000" y="1854200"/>
            <a:ext cx="3429000" cy="1905000"/>
          </a:xfrm>
          <a:prstGeom prst="roundRect">
            <a:avLst>
              <a:gd name="adj" fmla="val 5332"/>
            </a:avLst>
          </a:prstGeom>
          <a:solidFill>
            <a:srgbClr val="0070C0">
              <a:alpha val="22000"/>
            </a:srgbClr>
          </a:solidFill>
          <a:ln w="12700" cap="flat" cmpd="sng">
            <a:solidFill>
              <a:srgbClr val="00BEFA">
                <a:alpha val="45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8" name="AutoShape 8"/>
          <p:cNvSpPr txBox="1"/>
          <p:nvPr>
            <p:custDataLst>
              <p:tags r:id="rId3"/>
            </p:custDataLst>
          </p:nvPr>
        </p:nvSpPr>
        <p:spPr>
          <a:xfrm>
            <a:off x="1016000" y="20574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00DC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① 功能分割</a:t>
            </a:r>
            <a:endParaRPr lang="en-US" sz="1100"/>
          </a:p>
        </p:txBody>
      </p:sp>
      <p:sp>
        <p:nvSpPr>
          <p:cNvPr id="9" name="AutoShape 9"/>
          <p:cNvSpPr txBox="1"/>
          <p:nvPr>
            <p:custDataLst>
              <p:tags r:id="rId4"/>
            </p:custDataLst>
          </p:nvPr>
        </p:nvSpPr>
        <p:spPr>
          <a:xfrm>
            <a:off x="1016000" y="25146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0" i="0" u="none" strike="noStrike">
                <a:solidFill>
                  <a:srgbClr val="C8D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独立编译、接口标准化、存储空间隔离三原则。</a:t>
            </a:r>
            <a:endParaRPr lang="en-US" b="0" i="0" u="none" strike="noStrike">
              <a:solidFill>
                <a:srgbClr val="C8D7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>
            <p:custDataLst>
              <p:tags r:id="rId5"/>
            </p:custDataLst>
          </p:nvPr>
        </p:nvSpPr>
        <p:spPr>
          <a:xfrm>
            <a:off x="4381500" y="1854200"/>
            <a:ext cx="3429000" cy="1905000"/>
          </a:xfrm>
          <a:prstGeom prst="roundRect">
            <a:avLst>
              <a:gd name="adj" fmla="val 5332"/>
            </a:avLst>
          </a:prstGeom>
          <a:solidFill>
            <a:srgbClr val="0070C0">
              <a:alpha val="22000"/>
            </a:srgbClr>
          </a:solidFill>
          <a:ln w="12700" cap="flat" cmpd="sng">
            <a:solidFill>
              <a:srgbClr val="00BEFA">
                <a:alpha val="45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1" name="AutoShape 11"/>
          <p:cNvSpPr txBox="1"/>
          <p:nvPr>
            <p:custDataLst>
              <p:tags r:id="rId6"/>
            </p:custDataLst>
          </p:nvPr>
        </p:nvSpPr>
        <p:spPr>
          <a:xfrm>
            <a:off x="4635500" y="20574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00DC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② 定时器适配</a:t>
            </a:r>
            <a:endParaRPr lang="en-US" sz="1100"/>
          </a:p>
        </p:txBody>
      </p:sp>
      <p:sp>
        <p:nvSpPr>
          <p:cNvPr id="12" name="AutoShape 12"/>
          <p:cNvSpPr txBox="1"/>
          <p:nvPr>
            <p:custDataLst>
              <p:tags r:id="rId7"/>
            </p:custDataLst>
          </p:nvPr>
        </p:nvSpPr>
        <p:spPr>
          <a:xfrm>
            <a:off x="4635500" y="25146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0" i="0" u="none" strike="noStrike">
                <a:solidFill>
                  <a:srgbClr val="C8D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SysTick 建立时钟基准，嘀嗒 1ms，封装初始化与重载。</a:t>
            </a:r>
            <a:endParaRPr lang="en-US" b="0" i="0" u="none" strike="noStrike">
              <a:solidFill>
                <a:srgbClr val="C8D7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>
            <p:custDataLst>
              <p:tags r:id="rId8"/>
            </p:custDataLst>
          </p:nvPr>
        </p:nvSpPr>
        <p:spPr>
          <a:xfrm>
            <a:off x="8001000" y="1854200"/>
            <a:ext cx="3429000" cy="1905000"/>
          </a:xfrm>
          <a:prstGeom prst="roundRect">
            <a:avLst>
              <a:gd name="adj" fmla="val 5332"/>
            </a:avLst>
          </a:prstGeom>
          <a:solidFill>
            <a:srgbClr val="0070C0">
              <a:alpha val="22000"/>
            </a:srgbClr>
          </a:solidFill>
          <a:ln w="12700" cap="flat" cmpd="sng">
            <a:solidFill>
              <a:srgbClr val="00BEFA">
                <a:alpha val="45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4" name="AutoShape 14"/>
          <p:cNvSpPr txBox="1"/>
          <p:nvPr>
            <p:custDataLst>
              <p:tags r:id="rId9"/>
            </p:custDataLst>
          </p:nvPr>
        </p:nvSpPr>
        <p:spPr>
          <a:xfrm>
            <a:off x="8255000" y="20574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00DC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③ 中断管理</a:t>
            </a:r>
            <a:endParaRPr lang="en-US" sz="1100"/>
          </a:p>
        </p:txBody>
      </p:sp>
      <p:sp>
        <p:nvSpPr>
          <p:cNvPr id="15" name="AutoShape 15"/>
          <p:cNvSpPr txBox="1"/>
          <p:nvPr>
            <p:custDataLst>
              <p:tags r:id="rId10"/>
            </p:custDataLst>
          </p:nvPr>
        </p:nvSpPr>
        <p:spPr>
          <a:xfrm>
            <a:off x="8255000" y="25146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0" i="0" u="none" strike="noStrike">
                <a:solidFill>
                  <a:srgbClr val="C8D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设置优先级、临界区屏蔽开放、ISR 注册到向量表。</a:t>
            </a:r>
            <a:endParaRPr lang="en-US" b="0" i="0" u="none" strike="noStrike">
              <a:solidFill>
                <a:srgbClr val="C8D7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>
            <p:custDataLst>
              <p:tags r:id="rId11"/>
            </p:custDataLst>
          </p:nvPr>
        </p:nvSpPr>
        <p:spPr>
          <a:xfrm>
            <a:off x="762000" y="4013200"/>
            <a:ext cx="3429000" cy="1905000"/>
          </a:xfrm>
          <a:prstGeom prst="roundRect">
            <a:avLst>
              <a:gd name="adj" fmla="val 5332"/>
            </a:avLst>
          </a:prstGeom>
          <a:solidFill>
            <a:srgbClr val="0070C0">
              <a:alpha val="22000"/>
            </a:srgbClr>
          </a:solidFill>
          <a:ln w="12700" cap="flat" cmpd="sng">
            <a:solidFill>
              <a:srgbClr val="00BEFA">
                <a:alpha val="45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7" name="AutoShape 17"/>
          <p:cNvSpPr txBox="1"/>
          <p:nvPr>
            <p:custDataLst>
              <p:tags r:id="rId12"/>
            </p:custDataLst>
          </p:nvPr>
        </p:nvSpPr>
        <p:spPr>
          <a:xfrm>
            <a:off x="1016000" y="42164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00DC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④ 上下文切换</a:t>
            </a:r>
            <a:endParaRPr lang="en-US" sz="1100"/>
          </a:p>
        </p:txBody>
      </p:sp>
      <p:sp>
        <p:nvSpPr>
          <p:cNvPr id="18" name="AutoShape 18"/>
          <p:cNvSpPr txBox="1"/>
          <p:nvPr>
            <p:custDataLst>
              <p:tags r:id="rId13"/>
            </p:custDataLst>
          </p:nvPr>
        </p:nvSpPr>
        <p:spPr>
          <a:xfrm>
            <a:off x="1016000" y="46736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0" i="0" u="none" strike="noStrike">
                <a:solidFill>
                  <a:srgbClr val="C8D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RISC-V 32 个寄存器现场保存恢复，走通首次切换。</a:t>
            </a:r>
            <a:endParaRPr lang="en-US" b="0" i="0" u="none" strike="noStrike">
              <a:solidFill>
                <a:srgbClr val="C8D7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>
            <p:custDataLst>
              <p:tags r:id="rId14"/>
            </p:custDataLst>
          </p:nvPr>
        </p:nvSpPr>
        <p:spPr>
          <a:xfrm>
            <a:off x="4381500" y="4013200"/>
            <a:ext cx="3429000" cy="1905000"/>
          </a:xfrm>
          <a:prstGeom prst="roundRect">
            <a:avLst>
              <a:gd name="adj" fmla="val 5332"/>
            </a:avLst>
          </a:prstGeom>
          <a:solidFill>
            <a:srgbClr val="0070C0">
              <a:alpha val="22000"/>
            </a:srgbClr>
          </a:solidFill>
          <a:ln w="12700" cap="flat" cmpd="sng">
            <a:solidFill>
              <a:srgbClr val="00BEFA">
                <a:alpha val="45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0" name="AutoShape 20"/>
          <p:cNvSpPr txBox="1"/>
          <p:nvPr>
            <p:custDataLst>
              <p:tags r:id="rId15"/>
            </p:custDataLst>
          </p:nvPr>
        </p:nvSpPr>
        <p:spPr>
          <a:xfrm>
            <a:off x="4635500" y="42164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00DC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⑤ 存储划分</a:t>
            </a:r>
            <a:endParaRPr lang="en-US" sz="1100"/>
          </a:p>
        </p:txBody>
      </p:sp>
      <p:sp>
        <p:nvSpPr>
          <p:cNvPr id="21" name="AutoShape 21"/>
          <p:cNvSpPr txBox="1"/>
          <p:nvPr>
            <p:custDataLst>
              <p:tags r:id="rId16"/>
            </p:custDataLst>
          </p:nvPr>
        </p:nvSpPr>
        <p:spPr>
          <a:xfrm>
            <a:off x="4635500" y="46736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0" i="0" u="none" strike="noStrike">
                <a:solidFill>
                  <a:srgbClr val="C8D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Flash 分区边界独立紧凑，RAM 栈共享，链接脚本分工程配置。</a:t>
            </a:r>
            <a:endParaRPr lang="en-US" b="0" i="0" u="none" strike="noStrike">
              <a:solidFill>
                <a:srgbClr val="C8D7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2" name="AutoShape 22"/>
          <p:cNvSpPr/>
          <p:nvPr>
            <p:custDataLst>
              <p:tags r:id="rId17"/>
            </p:custDataLst>
          </p:nvPr>
        </p:nvSpPr>
        <p:spPr>
          <a:xfrm>
            <a:off x="8001000" y="4013200"/>
            <a:ext cx="3429000" cy="1905000"/>
          </a:xfrm>
          <a:prstGeom prst="roundRect">
            <a:avLst>
              <a:gd name="adj" fmla="val 5332"/>
            </a:avLst>
          </a:prstGeom>
          <a:solidFill>
            <a:srgbClr val="0070C0">
              <a:alpha val="22000"/>
            </a:srgbClr>
          </a:solidFill>
          <a:ln w="12700" cap="flat" cmpd="sng">
            <a:solidFill>
              <a:srgbClr val="00BEFA">
                <a:alpha val="45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3" name="AutoShape 23"/>
          <p:cNvSpPr txBox="1"/>
          <p:nvPr>
            <p:custDataLst>
              <p:tags r:id="rId18"/>
            </p:custDataLst>
          </p:nvPr>
        </p:nvSpPr>
        <p:spPr>
          <a:xfrm>
            <a:off x="8255000" y="42164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00DC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⑥ 中断继承</a:t>
            </a:r>
            <a:endParaRPr lang="en-US" sz="1100"/>
          </a:p>
        </p:txBody>
      </p:sp>
      <p:sp>
        <p:nvSpPr>
          <p:cNvPr id="24" name="AutoShape 24"/>
          <p:cNvSpPr txBox="1"/>
          <p:nvPr>
            <p:custDataLst>
              <p:tags r:id="rId19"/>
            </p:custDataLst>
          </p:nvPr>
        </p:nvSpPr>
        <p:spPr>
          <a:xfrm>
            <a:off x="8255000" y="46736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0" i="0" u="none" strike="noStrike">
                <a:solidFill>
                  <a:srgbClr val="C8D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User 选择性继承 BIOS 时钟嘀嗒等系统服务类中断。</a:t>
            </a:r>
            <a:endParaRPr lang="en-US" b="0" i="0" u="none" strike="noStrike">
              <a:solidFill>
                <a:srgbClr val="C8D7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5" name="AutoShape 25"/>
          <p:cNvSpPr txBox="1"/>
          <p:nvPr/>
        </p:nvSpPr>
        <p:spPr>
          <a:xfrm>
            <a:off x="508000" y="6502400"/>
            <a:ext cx="381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6A5B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逸君攻坚小队 · 苏州大学</a:t>
            </a:r>
            <a:endParaRPr lang="en-US" sz="1100"/>
          </a:p>
        </p:txBody>
      </p:sp>
      <p:sp>
        <p:nvSpPr>
          <p:cNvPr id="26" name="AutoShape 26"/>
          <p:cNvSpPr txBox="1"/>
          <p:nvPr/>
        </p:nvSpPr>
        <p:spPr>
          <a:xfrm>
            <a:off x="10922000" y="6502400"/>
            <a:ext cx="762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r">
              <a:lnSpc>
                <a:spcPct val="125000"/>
              </a:lnSpc>
              <a:defRPr/>
            </a:pPr>
            <a:fld id="{C831E21F-5AC5-46BA-977E-8FD4C4B65267}" type="slidenum">
              <a:rPr sz="1000" b="0" i="0" u="none" strike="noStrike">
                <a:solidFill>
                  <a:srgbClr val="96A5B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fld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Freeform 3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gradFill rotWithShape="1">
            <a:gsLst>
              <a:gs pos="9000">
                <a:srgbClr val="04061C">
                  <a:alpha val="0"/>
                </a:srgbClr>
              </a:gs>
              <a:gs pos="100000">
                <a:srgbClr val="04061C">
                  <a:alpha val="82000"/>
                </a:srgbClr>
              </a:gs>
            </a:gsLst>
            <a:lin ang="16200000"/>
          </a:gra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3886200" y="2946400"/>
            <a:ext cx="5842000" cy="1778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16DFF">
                  <a:alpha val="0"/>
                </a:srgbClr>
              </a:gs>
              <a:gs pos="69000">
                <a:srgbClr val="016DFF">
                  <a:alpha val="100000"/>
                </a:srgbClr>
              </a:gs>
              <a:gs pos="100000">
                <a:srgbClr val="00FFFF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2540000" y="1498600"/>
            <a:ext cx="5842000" cy="508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16DFF">
                  <a:alpha val="0"/>
                </a:srgbClr>
              </a:gs>
              <a:gs pos="69000">
                <a:srgbClr val="016DFF">
                  <a:alpha val="100000"/>
                </a:srgbClr>
              </a:gs>
              <a:gs pos="100000">
                <a:srgbClr val="00FFFF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cxnSp>
        <p:nvCxnSpPr>
          <p:cNvPr id="6" name="Connector 6"/>
          <p:cNvCxnSpPr/>
          <p:nvPr/>
        </p:nvCxnSpPr>
        <p:spPr>
          <a:xfrm rot="-13806">
            <a:off x="2362213" y="3371850"/>
            <a:ext cx="31623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gradFill rotWithShape="1">
              <a:gsLst>
                <a:gs pos="0">
                  <a:srgbClr val="016DFF">
                    <a:alpha val="0"/>
                  </a:srgbClr>
                </a:gs>
                <a:gs pos="72000">
                  <a:srgbClr val="016DFF">
                    <a:alpha val="100000"/>
                  </a:srgbClr>
                </a:gs>
                <a:gs pos="100000">
                  <a:srgbClr val="00FFFF">
                    <a:alpha val="100000"/>
                  </a:srgbClr>
                </a:gs>
              </a:gsLst>
              <a:lin ang="0"/>
            </a:gra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" name="Connector 7"/>
          <p:cNvCxnSpPr/>
          <p:nvPr/>
        </p:nvCxnSpPr>
        <p:spPr>
          <a:xfrm rot="-13861">
            <a:off x="6134113" y="1682750"/>
            <a:ext cx="31496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gradFill rotWithShape="1">
              <a:gsLst>
                <a:gs pos="0">
                  <a:srgbClr val="016DFF">
                    <a:alpha val="0"/>
                  </a:srgbClr>
                </a:gs>
                <a:gs pos="72000">
                  <a:srgbClr val="016DFF">
                    <a:alpha val="100000"/>
                  </a:srgbClr>
                </a:gs>
                <a:gs pos="100000">
                  <a:srgbClr val="00FFFF">
                    <a:alpha val="100000"/>
                  </a:srgbClr>
                </a:gs>
              </a:gsLst>
              <a:lin ang="0"/>
            </a:gra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" name="Connector 8"/>
          <p:cNvCxnSpPr/>
          <p:nvPr/>
        </p:nvCxnSpPr>
        <p:spPr>
          <a:xfrm>
            <a:off x="3289300" y="1371600"/>
            <a:ext cx="3149626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gradFill rotWithShape="1">
              <a:gsLst>
                <a:gs pos="0">
                  <a:srgbClr val="016DFF">
                    <a:alpha val="0"/>
                  </a:srgbClr>
                </a:gs>
                <a:gs pos="72000">
                  <a:srgbClr val="016DFF">
                    <a:alpha val="100000"/>
                  </a:srgbClr>
                </a:gs>
                <a:gs pos="100000">
                  <a:srgbClr val="00FFFF">
                    <a:alpha val="100000"/>
                  </a:srgbClr>
                </a:gs>
              </a:gsLst>
              <a:lin ang="0"/>
            </a:gradFill>
            <a:prstDash val="sysDot"/>
            <a:round/>
            <a:headEnd type="none" w="med" len="med"/>
            <a:tailEnd type="none" w="med" len="med"/>
          </a:ln>
        </p:spPr>
      </p:cxnSp>
      <p:cxnSp>
        <p:nvCxnSpPr>
          <p:cNvPr id="9" name="Connector 9"/>
          <p:cNvCxnSpPr/>
          <p:nvPr/>
        </p:nvCxnSpPr>
        <p:spPr>
          <a:xfrm>
            <a:off x="5626100" y="3276600"/>
            <a:ext cx="3162326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gradFill rotWithShape="1">
              <a:gsLst>
                <a:gs pos="0">
                  <a:srgbClr val="016DFF">
                    <a:alpha val="0"/>
                  </a:srgbClr>
                </a:gs>
                <a:gs pos="72000">
                  <a:srgbClr val="016DFF">
                    <a:alpha val="100000"/>
                  </a:srgbClr>
                </a:gs>
                <a:gs pos="100000">
                  <a:srgbClr val="00FFFF">
                    <a:alpha val="100000"/>
                  </a:srgbClr>
                </a:gs>
              </a:gsLst>
              <a:lin ang="0"/>
            </a:gradFill>
            <a:prstDash val="sysDot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 txBox="1"/>
          <p:nvPr/>
        </p:nvSpPr>
        <p:spPr>
          <a:xfrm>
            <a:off x="2362200" y="1739900"/>
            <a:ext cx="7620000" cy="1219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7200" b="0" i="0" u="none" strike="noStrike" spc="600">
                <a:gradFill rotWithShape="1">
                  <a:gsLst>
                    <a:gs pos="7000">
                      <a:srgbClr val="F6F8FC">
                        <a:alpha val="100000"/>
                      </a:srgbClr>
                    </a:gs>
                    <a:gs pos="97000">
                      <a:srgbClr val="D7F4FF">
                        <a:alpha val="100000"/>
                      </a:srgbClr>
                    </a:gs>
                  </a:gsLst>
                  <a:lin ang="5400000"/>
                </a:gradFill>
                <a:effectLst>
                  <a:outerShdw sx="102000" sy="102000" algn="ctr">
                    <a:srgbClr val="000000">
                      <a:alpha val="28000"/>
                    </a:srgbClr>
                  </a:outerShdw>
                </a:effectLst>
                <a:latin typeface="汉仪雅酷黑 75W"/>
                <a:ea typeface="汉仪雅酷黑 75W"/>
                <a:cs typeface="汉仪雅酷黑 75W"/>
                <a:sym typeface="汉仪雅酷黑 75W"/>
              </a:rPr>
              <a:t>03.测试验证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3365500" y="3454400"/>
            <a:ext cx="73279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3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双平台 · 五样例 · 三层验证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  <a:r>
              <a:rPr lang="en-US" sz="3400" b="1" i="0" u="none" strike="noStrike">
                <a:solidFill>
                  <a:srgbClr val="FFC000"/>
                </a:solidFill>
                <a:latin typeface="华文中宋"/>
                <a:ea typeface="华文中宋"/>
                <a:cs typeface="华文中宋"/>
                <a:sym typeface="华文中宋"/>
              </a:rPr>
              <a:t>两款 RISC-V 平台，五大要素样例</a:t>
            </a:r>
            <a:endParaRPr lang="en-US" sz="3400" b="1" i="0" u="none" strike="noStrike">
              <a:solidFill>
                <a:srgbClr val="FFC000"/>
              </a:solidFill>
              <a:latin typeface="华文中宋"/>
              <a:ea typeface="华文中宋"/>
              <a:cs typeface="华文中宋"/>
              <a:sym typeface="华文中宋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3400" b="1" i="0" u="none" strike="noStrike">
                <a:solidFill>
                  <a:srgbClr val="FFC000"/>
                </a:solidFill>
                <a:latin typeface="华文中宋"/>
                <a:ea typeface="华文中宋"/>
                <a:cs typeface="华文中宋"/>
                <a:sym typeface="华文中宋"/>
              </a:rPr>
              <a:t>三层功能覆盖，全部验证通过</a:t>
            </a:r>
            <a:endParaRPr lang="en-US" sz="3400" b="1" i="0" u="none" strike="noStrike">
              <a:solidFill>
                <a:srgbClr val="FFC000"/>
              </a:solidFill>
              <a:latin typeface="华文中宋"/>
              <a:ea typeface="华文中宋"/>
              <a:cs typeface="华文中宋"/>
              <a:sym typeface="华文中宋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l="11" r="1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  <p:sp>
        <p:nvSpPr>
          <p:cNvPr id="3" name="Freeform 3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gradFill rotWithShape="1">
            <a:gsLst>
              <a:gs pos="0">
                <a:srgbClr val="04061C">
                  <a:alpha val="78000"/>
                </a:srgbClr>
              </a:gs>
              <a:gs pos="100000">
                <a:srgbClr val="04061C">
                  <a:alpha val="88000"/>
                </a:srgbClr>
              </a:gs>
            </a:gsLst>
            <a:lin ang="5400000"/>
          </a:gra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508000" y="330200"/>
            <a:ext cx="508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96AAC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基于GEC的轻量级鸿蒙的驻留方法及应用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762000" y="7874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硬件平台一：AHL-CH32V303-WiFi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87400" y="1447800"/>
            <a:ext cx="711200" cy="38100"/>
          </a:xfrm>
          <a:prstGeom prst="roundRect">
            <a:avLst>
              <a:gd name="adj" fmla="val 0"/>
            </a:avLst>
          </a:prstGeom>
          <a:solidFill>
            <a:srgbClr val="00C8FF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rcRect l="13217" r="13217"/>
          <a:stretch>
            <a:fillRect/>
          </a:stretch>
        </p:blipFill>
        <p:spPr>
          <a:xfrm>
            <a:off x="1270000" y="1905000"/>
            <a:ext cx="1460500" cy="3657600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rcRect l="11924" r="11923"/>
          <a:stretch>
            <a:fillRect/>
          </a:stretch>
        </p:blipFill>
        <p:spPr>
          <a:xfrm>
            <a:off x="3391535" y="1905000"/>
            <a:ext cx="1460500" cy="3657600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  <p:sp>
        <p:nvSpPr>
          <p:cNvPr id="9" name="AutoShape 9"/>
          <p:cNvSpPr txBox="1"/>
          <p:nvPr/>
        </p:nvSpPr>
        <p:spPr>
          <a:xfrm>
            <a:off x="1016000" y="5689600"/>
            <a:ext cx="3556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A0AFC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主板（左）与 WiFi 模块（右）</a:t>
            </a:r>
            <a:endParaRPr lang="en-US" sz="1200" b="0" i="0" u="none" strike="noStrike">
              <a:solidFill>
                <a:srgbClr val="A0AFC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 txBox="1"/>
          <p:nvPr/>
        </p:nvSpPr>
        <p:spPr>
          <a:xfrm>
            <a:off x="5997575" y="2032000"/>
            <a:ext cx="6012815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DC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CH32V303RCT6 · RISC-V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5997575" y="2971800"/>
            <a:ext cx="6012815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58000"/>
              </a:lnSpc>
              <a:defRPr/>
            </a:pPr>
            <a:r>
              <a:rPr lang="en-US" sz="1600" b="0" i="0" u="none" strike="noStrike">
                <a:solidFill>
                  <a:srgbClr val="D7E4F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板载三色灯、复位与启动按键、Type-C</a:t>
            </a:r>
            <a:endParaRPr lang="en-US" sz="1200"/>
          </a:p>
          <a:p>
            <a:pPr marL="0" indent="0" algn="l">
              <a:lnSpc>
                <a:spcPct val="158000"/>
              </a:lnSpc>
            </a:pPr>
            <a:r>
              <a:rPr lang="en-US" sz="1600" b="0" i="0" u="none" strike="noStrike">
                <a:solidFill>
                  <a:srgbClr val="D7E4F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WiFi 模块采用ESP8684H2</a:t>
            </a:r>
            <a:endParaRPr lang="en-US" sz="1600" b="0" i="0" u="none" strike="noStrike">
              <a:solidFill>
                <a:srgbClr val="D7E4F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8000"/>
              </a:lnSpc>
            </a:pPr>
            <a:r>
              <a:rPr lang="en-US" sz="1600" b="0" i="0" u="none" strike="noStrike">
                <a:solidFill>
                  <a:srgbClr val="D7E4F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自带 5V 转 3.3V 电源与 TTL 串口</a:t>
            </a:r>
            <a:endParaRPr lang="en-US" sz="1600" b="0" i="0" u="none" strike="noStrike">
              <a:solidFill>
                <a:srgbClr val="D7E4F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8000"/>
              </a:lnSpc>
            </a:pPr>
            <a:r>
              <a:rPr lang="en-US" sz="1600" b="0" i="0" u="none" strike="noStrike">
                <a:solidFill>
                  <a:srgbClr val="D7E4F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承载测试样例与物联网联网用例</a:t>
            </a:r>
            <a:endParaRPr lang="en-US" sz="1600" b="0" i="0" u="none" strike="noStrike">
              <a:solidFill>
                <a:srgbClr val="D7E4F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 txBox="1"/>
          <p:nvPr/>
        </p:nvSpPr>
        <p:spPr>
          <a:xfrm>
            <a:off x="508000" y="6502400"/>
            <a:ext cx="381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6A5B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逸君攻坚小队 · 苏州大学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10922000" y="6502400"/>
            <a:ext cx="762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r">
              <a:lnSpc>
                <a:spcPct val="125000"/>
              </a:lnSpc>
              <a:defRPr/>
            </a:pPr>
            <a:fld id="{4487B32F-C71A-4ED7-9AE7-8770D61D3F44}" type="slidenum">
              <a:rPr sz="1000" b="0" i="0" u="none" strike="noStrike">
                <a:solidFill>
                  <a:srgbClr val="96A5B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fld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l="11" r="1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  <p:sp>
        <p:nvSpPr>
          <p:cNvPr id="3" name="Freeform 3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gradFill rotWithShape="1">
            <a:gsLst>
              <a:gs pos="0">
                <a:srgbClr val="04061C">
                  <a:alpha val="78000"/>
                </a:srgbClr>
              </a:gs>
              <a:gs pos="100000">
                <a:srgbClr val="04061C">
                  <a:alpha val="88000"/>
                </a:srgbClr>
              </a:gs>
            </a:gsLst>
            <a:lin ang="5400000"/>
          </a:gra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508000" y="330200"/>
            <a:ext cx="508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96AAC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基于GEC的轻量级鸿蒙的驻留方法及应用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762000" y="7874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硬件平台二：AHL-D1-H-EORS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87400" y="1447800"/>
            <a:ext cx="711200" cy="38100"/>
          </a:xfrm>
          <a:prstGeom prst="roundRect">
            <a:avLst>
              <a:gd name="adj" fmla="val 0"/>
            </a:avLst>
          </a:prstGeom>
          <a:solidFill>
            <a:srgbClr val="00C8FF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1337310" y="2032000"/>
            <a:ext cx="4827905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DC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玄铁 C906 · 64 位 RISC-V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1337310" y="2667000"/>
            <a:ext cx="4827905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58000"/>
              </a:lnSpc>
              <a:defRPr/>
            </a:pPr>
            <a:r>
              <a:rPr lang="en-US" sz="1500" b="0" i="0" u="none" strike="noStrike">
                <a:solidFill>
                  <a:srgbClr val="D7E4F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D1-H 芯片，叠接 2.8 寸 LCD 与摄像头</a:t>
            </a:r>
            <a:endParaRPr lang="en-US" sz="1100"/>
          </a:p>
          <a:p>
            <a:pPr marL="0" indent="0" algn="l">
              <a:lnSpc>
                <a:spcPct val="158000"/>
              </a:lnSpc>
            </a:pPr>
            <a:r>
              <a:rPr lang="en-US" sz="1500" b="0" i="0" u="none" strike="noStrike">
                <a:solidFill>
                  <a:srgbClr val="D7E4F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标准 USB 供电与数据传输</a:t>
            </a:r>
            <a:endParaRPr lang="en-US" sz="1500" b="0" i="0" u="none" strike="noStrike">
              <a:solidFill>
                <a:srgbClr val="D7E4F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8000"/>
              </a:lnSpc>
            </a:pPr>
            <a:r>
              <a:rPr lang="en-US" sz="1500" b="0" i="0" u="none" strike="noStrike">
                <a:solidFill>
                  <a:srgbClr val="D7E4F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承载端侧图像识别用例</a:t>
            </a:r>
            <a:endParaRPr lang="en-US" sz="1500" b="0" i="0" u="none" strike="noStrike">
              <a:solidFill>
                <a:srgbClr val="D7E4F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8000"/>
              </a:lnSpc>
            </a:pPr>
            <a:r>
              <a:rPr lang="en-US" sz="1500" b="0" i="0" u="none" strike="noStrike">
                <a:solidFill>
                  <a:srgbClr val="D7E4F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采集 → 预处理 → 推理 → LCD 呈现</a:t>
            </a:r>
            <a:endParaRPr lang="en-US" sz="1500" b="0" i="0" u="none" strike="noStrike">
              <a:solidFill>
                <a:srgbClr val="D7E4F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2"/>
          <a:srcRect t="147" b="147"/>
          <a:stretch>
            <a:fillRect/>
          </a:stretch>
        </p:blipFill>
        <p:spPr>
          <a:xfrm>
            <a:off x="6731000" y="4381500"/>
            <a:ext cx="2032000" cy="1917700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  <p:sp>
        <p:nvSpPr>
          <p:cNvPr id="11" name="AutoShape 11"/>
          <p:cNvSpPr txBox="1"/>
          <p:nvPr/>
        </p:nvSpPr>
        <p:spPr>
          <a:xfrm>
            <a:off x="1337310" y="4794885"/>
            <a:ext cx="4406265" cy="11944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600" b="0" i="0" u="none" strike="noStrike">
                <a:solidFill>
                  <a:srgbClr val="BECD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板端实时推理，LCD 直接显示识别结果与准确率，是对驻留底座的压力测试。</a:t>
            </a:r>
            <a:endParaRPr lang="en-US" sz="1600" b="0" i="0" u="none" strike="noStrike">
              <a:solidFill>
                <a:srgbClr val="BECD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 txBox="1"/>
          <p:nvPr/>
        </p:nvSpPr>
        <p:spPr>
          <a:xfrm>
            <a:off x="508000" y="6502400"/>
            <a:ext cx="381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6A5B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逸君攻坚小队 · 苏州大学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10922000" y="6502400"/>
            <a:ext cx="762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r">
              <a:lnSpc>
                <a:spcPct val="125000"/>
              </a:lnSpc>
              <a:defRPr/>
            </a:pPr>
            <a:fld id="{E38DFFC9-E496-4E76-B991-AF33FF1DA25F}" type="slidenum">
              <a:rPr sz="1000" b="0" i="0" u="none" strike="noStrike">
                <a:solidFill>
                  <a:srgbClr val="96A5B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fld>
            <a:endParaRPr lang="en-US" sz="1100"/>
          </a:p>
        </p:txBody>
      </p:sp>
      <p:pic>
        <p:nvPicPr>
          <p:cNvPr id="14" name="图片 16"/>
          <p:cNvPicPr>
            <a:picLocks noChangeAspect="1" noChangeArrowheads="1"/>
          </p:cNvPicPr>
          <p:nvPr/>
        </p:nvPicPr>
        <p:blipFill>
          <a:blip r:embed="rId3" cstate="print"/>
          <a:srcRect l="3137" t="3220" r="2747" b="3878"/>
          <a:stretch>
            <a:fillRect/>
          </a:stretch>
        </p:blipFill>
        <p:spPr>
          <a:xfrm>
            <a:off x="6731000" y="1734820"/>
            <a:ext cx="2423160" cy="17818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l="11" r="1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  <p:sp>
        <p:nvSpPr>
          <p:cNvPr id="3" name="Freeform 3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gradFill rotWithShape="1">
            <a:gsLst>
              <a:gs pos="0">
                <a:srgbClr val="04061C">
                  <a:alpha val="78000"/>
                </a:srgbClr>
              </a:gs>
              <a:gs pos="100000">
                <a:srgbClr val="04061C">
                  <a:alpha val="88000"/>
                </a:srgbClr>
              </a:gs>
            </a:gsLst>
            <a:lin ang="5400000"/>
          </a:gra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508000" y="330200"/>
            <a:ext cx="508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96AAC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基于GEC的轻量级鸿蒙的驻留方法及应用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762000" y="762000"/>
            <a:ext cx="7620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软件平台：AHL-GEC-vsCode-IDE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6141085" y="889000"/>
            <a:ext cx="355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B4C3D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编译 · 下载 · 调试 · 串口同界面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rcRect l="10" r="11"/>
          <a:stretch>
            <a:fillRect/>
          </a:stretch>
        </p:blipFill>
        <p:spPr>
          <a:xfrm>
            <a:off x="1778000" y="1702435"/>
            <a:ext cx="8636000" cy="4622800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  <p:sp>
        <p:nvSpPr>
          <p:cNvPr id="8" name="AutoShape 8"/>
          <p:cNvSpPr txBox="1"/>
          <p:nvPr/>
        </p:nvSpPr>
        <p:spPr>
          <a:xfrm>
            <a:off x="508000" y="6502400"/>
            <a:ext cx="381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6A5B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逸君攻坚小队 · 苏州大学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10922000" y="6502400"/>
            <a:ext cx="762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r">
              <a:lnSpc>
                <a:spcPct val="125000"/>
              </a:lnSpc>
              <a:defRPr/>
            </a:pPr>
            <a:fld id="{1AF89711-0DA2-479A-B71F-6D8778DE8531}" type="slidenum">
              <a:rPr sz="1000" b="0" i="0" u="none" strike="noStrike">
                <a:solidFill>
                  <a:srgbClr val="96A5B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fld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l="11" r="1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  <p:sp>
        <p:nvSpPr>
          <p:cNvPr id="3" name="Freeform 3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gradFill rotWithShape="1">
            <a:gsLst>
              <a:gs pos="0">
                <a:srgbClr val="04061C">
                  <a:alpha val="78000"/>
                </a:srgbClr>
              </a:gs>
              <a:gs pos="100000">
                <a:srgbClr val="04061C">
                  <a:alpha val="88000"/>
                </a:srgbClr>
              </a:gs>
            </a:gsLst>
            <a:lin ang="5400000"/>
          </a:gra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508000" y="330200"/>
            <a:ext cx="508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96AAC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基于GEC的轻量级鸿蒙的驻留方法及应用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762000" y="7874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五个基本要素，一个样例验证一个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87400" y="1447800"/>
            <a:ext cx="711200" cy="38100"/>
          </a:xfrm>
          <a:prstGeom prst="roundRect">
            <a:avLst>
              <a:gd name="adj" fmla="val 0"/>
            </a:avLst>
          </a:prstGeom>
          <a:solidFill>
            <a:srgbClr val="00C8FF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762000" y="1905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B4C3D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每个样例只针对一个内核机制，现象可观测，全程统一 API、不碰内核源码。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1016000" y="25400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DC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延时函数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3556000" y="2540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DCE8F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Frame　三色灯按 5s / 10s / 20s 周而复始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4297">
            <a:off x="1016004" y="31432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896BE">
                <a:alpha val="2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 txBox="1"/>
          <p:nvPr/>
        </p:nvSpPr>
        <p:spPr>
          <a:xfrm>
            <a:off x="1016000" y="32766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DC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事件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3556000" y="32766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DCE8F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Event　串口收到一帧数据即控制红灯亮暗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4297">
            <a:off x="1016004" y="38798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896BE">
                <a:alpha val="2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 txBox="1"/>
          <p:nvPr/>
        </p:nvSpPr>
        <p:spPr>
          <a:xfrm>
            <a:off x="1016000" y="40132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DC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消息队列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3556000" y="40132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DCE8F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MessageQueue　收一个字节入队，接收线程打印消息与条数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4297">
            <a:off x="1016004" y="46164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896BE">
                <a:alpha val="2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 txBox="1"/>
          <p:nvPr/>
        </p:nvSpPr>
        <p:spPr>
          <a:xfrm>
            <a:off x="1016000" y="47498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DC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信号量</a:t>
            </a:r>
            <a:endParaRPr lang="en-US" sz="1100"/>
          </a:p>
        </p:txBody>
      </p:sp>
      <p:sp>
        <p:nvSpPr>
          <p:cNvPr id="18" name="AutoShape 18"/>
          <p:cNvSpPr txBox="1"/>
          <p:nvPr/>
        </p:nvSpPr>
        <p:spPr>
          <a:xfrm>
            <a:off x="3556000" y="47498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DCE8F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Semaphore　模拟停车场剩余车位，三线程并发停车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4297">
            <a:off x="1016004" y="53530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896BE">
                <a:alpha val="2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 txBox="1"/>
          <p:nvPr/>
        </p:nvSpPr>
        <p:spPr>
          <a:xfrm>
            <a:off x="1016000" y="54864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DC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互斥量</a:t>
            </a:r>
            <a:endParaRPr lang="en-US" sz="1100"/>
          </a:p>
        </p:txBody>
      </p:sp>
      <p:sp>
        <p:nvSpPr>
          <p:cNvPr id="21" name="AutoShape 21"/>
          <p:cNvSpPr txBox="1"/>
          <p:nvPr/>
        </p:nvSpPr>
        <p:spPr>
          <a:xfrm>
            <a:off x="3556000" y="54864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DCE8F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Mutex　实现线程对 LED 资源的独占访问</a:t>
            </a:r>
            <a:endParaRPr lang="en-US" sz="1100"/>
          </a:p>
        </p:txBody>
      </p:sp>
      <p:sp>
        <p:nvSpPr>
          <p:cNvPr id="22" name="AutoShape 22"/>
          <p:cNvSpPr txBox="1"/>
          <p:nvPr/>
        </p:nvSpPr>
        <p:spPr>
          <a:xfrm>
            <a:off x="508000" y="6502400"/>
            <a:ext cx="381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6A5B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逸君攻坚小队 · 苏州大学</a:t>
            </a:r>
            <a:endParaRPr lang="en-US" sz="1100"/>
          </a:p>
        </p:txBody>
      </p:sp>
      <p:sp>
        <p:nvSpPr>
          <p:cNvPr id="23" name="AutoShape 23"/>
          <p:cNvSpPr txBox="1"/>
          <p:nvPr/>
        </p:nvSpPr>
        <p:spPr>
          <a:xfrm>
            <a:off x="10922000" y="6502400"/>
            <a:ext cx="762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r">
              <a:lnSpc>
                <a:spcPct val="125000"/>
              </a:lnSpc>
              <a:defRPr/>
            </a:pPr>
            <a:fld id="{BB7E328D-CB44-4FE7-A57A-9723AAF6C1B7}" type="slidenum">
              <a:rPr sz="1000" b="0" i="0" u="none" strike="noStrike">
                <a:solidFill>
                  <a:srgbClr val="96A5B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fld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l="11" r="1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  <p:sp>
        <p:nvSpPr>
          <p:cNvPr id="3" name="Freeform 3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gradFill rotWithShape="1">
            <a:gsLst>
              <a:gs pos="0">
                <a:srgbClr val="04061C">
                  <a:alpha val="78000"/>
                </a:srgbClr>
              </a:gs>
              <a:gs pos="100000">
                <a:srgbClr val="04061C">
                  <a:alpha val="88000"/>
                </a:srgbClr>
              </a:gs>
            </a:gsLst>
            <a:lin ang="5400000"/>
          </a:gra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508000" y="330200"/>
            <a:ext cx="508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96AAC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基于GEC的轻量级鸿蒙的驻留方法及应用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889000"/>
            <a:ext cx="5080000" cy="5080000"/>
          </a:xfrm>
          <a:prstGeom prst="roundRect">
            <a:avLst>
              <a:gd name="adj" fmla="val 2500"/>
            </a:avLst>
          </a:prstGeom>
          <a:solidFill>
            <a:srgbClr val="FFFFFF">
              <a:alpha val="5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1066800" y="1117600"/>
            <a:ext cx="4572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① Frame · 延时函数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1066800" y="1600200"/>
            <a:ext cx="457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BECD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三色灯按周期亮灭，验证延时精度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524000" y="2286000"/>
            <a:ext cx="762000" cy="762000"/>
          </a:xfrm>
          <a:prstGeom prst="ellipse">
            <a:avLst/>
          </a:prstGeom>
          <a:solidFill>
            <a:srgbClr val="DC3C3C">
              <a:alpha val="9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2413000" y="22860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DCE8F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红灯　亮 5 秒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524000" y="3302000"/>
            <a:ext cx="762000" cy="762000"/>
          </a:xfrm>
          <a:prstGeom prst="ellipse">
            <a:avLst/>
          </a:prstGeom>
          <a:solidFill>
            <a:srgbClr val="3CC85A">
              <a:alpha val="9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2413000" y="33020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DCE8F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绿灯　亮 10 秒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524000" y="4318000"/>
            <a:ext cx="762000" cy="762000"/>
          </a:xfrm>
          <a:prstGeom prst="ellipse">
            <a:avLst/>
          </a:prstGeom>
          <a:solidFill>
            <a:srgbClr val="4678E6">
              <a:alpha val="9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2413000" y="43180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DCE8F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蓝灯　亮 20 秒</a:t>
            </a:r>
            <a:endParaRPr lang="en-US" sz="1100"/>
          </a:p>
        </p:txBody>
      </p:sp>
      <p:sp>
        <p:nvSpPr>
          <p:cNvPr id="14" name="AutoShape 14"/>
          <p:cNvSpPr txBox="1"/>
          <p:nvPr/>
        </p:nvSpPr>
        <p:spPr>
          <a:xfrm>
            <a:off x="1066800" y="52832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A0AFC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周期合成 35 秒，验证 tick 时基与多任务调度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350000" y="889000"/>
            <a:ext cx="5080000" cy="5080000"/>
          </a:xfrm>
          <a:prstGeom prst="roundRect">
            <a:avLst>
              <a:gd name="adj" fmla="val 2500"/>
            </a:avLst>
          </a:prstGeom>
          <a:solidFill>
            <a:srgbClr val="FFFFFF">
              <a:alpha val="5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6" name="AutoShape 16"/>
          <p:cNvSpPr txBox="1"/>
          <p:nvPr/>
        </p:nvSpPr>
        <p:spPr>
          <a:xfrm>
            <a:off x="6654800" y="1117600"/>
            <a:ext cx="4572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② Event · 事件</a:t>
            </a:r>
            <a:endParaRPr lang="en-US" sz="1100"/>
          </a:p>
        </p:txBody>
      </p:sp>
      <p:sp>
        <p:nvSpPr>
          <p:cNvPr id="17" name="AutoShape 17"/>
          <p:cNvSpPr txBox="1"/>
          <p:nvPr/>
        </p:nvSpPr>
        <p:spPr>
          <a:xfrm>
            <a:off x="6654800" y="1600200"/>
            <a:ext cx="457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BECD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串口收帧，事件唤醒线程控灯</a:t>
            </a:r>
            <a:endParaRPr lang="en-US" sz="1100"/>
          </a:p>
        </p:txBody>
      </p:sp>
      <p:sp>
        <p:nvSpPr>
          <p:cNvPr id="18" name="AutoShape 18"/>
          <p:cNvSpPr txBox="1"/>
          <p:nvPr/>
        </p:nvSpPr>
        <p:spPr>
          <a:xfrm>
            <a:off x="6654800" y="22860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C8D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串口接收一帧：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654800" y="2743200"/>
            <a:ext cx="4470400" cy="558800"/>
          </a:xfrm>
          <a:prstGeom prst="roundRect">
            <a:avLst>
              <a:gd name="adj" fmla="val 13635"/>
            </a:avLst>
          </a:prstGeom>
          <a:solidFill>
            <a:srgbClr val="0070C0">
              <a:alpha val="3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20" name="AutoShape 20"/>
          <p:cNvSpPr txBox="1"/>
          <p:nvPr/>
        </p:nvSpPr>
        <p:spPr>
          <a:xfrm>
            <a:off x="6654800" y="2743200"/>
            <a:ext cx="44704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DC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帧头 3AH + 数据 + 帧尾 0D 0AH</a:t>
            </a:r>
            <a:endParaRPr lang="en-US" sz="1100"/>
          </a:p>
        </p:txBody>
      </p:sp>
      <p:sp>
        <p:nvSpPr>
          <p:cNvPr id="21" name="AutoShape 21"/>
          <p:cNvSpPr txBox="1"/>
          <p:nvPr/>
        </p:nvSpPr>
        <p:spPr>
          <a:xfrm>
            <a:off x="6654800" y="36830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C8D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动作：</a:t>
            </a:r>
            <a:endParaRPr lang="en-US" sz="1100"/>
          </a:p>
        </p:txBody>
      </p:sp>
      <p:sp>
        <p:nvSpPr>
          <p:cNvPr id="22" name="AutoShape 22"/>
          <p:cNvSpPr txBox="1"/>
          <p:nvPr/>
        </p:nvSpPr>
        <p:spPr>
          <a:xfrm>
            <a:off x="6654800" y="4140200"/>
            <a:ext cx="457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400" b="0" i="0" u="none" strike="noStrike">
                <a:solidFill>
                  <a:srgbClr val="DCE8F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校验帧格式后置事件标志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DCE8F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等待线程被唤醒</a:t>
            </a:r>
            <a:endParaRPr lang="en-US" sz="1400" b="0" i="0" u="none" strike="noStrike">
              <a:solidFill>
                <a:srgbClr val="DCE8F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DCE8F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翻转红灯亮暗</a:t>
            </a:r>
            <a:endParaRPr lang="en-US" sz="1400" b="0" i="0" u="none" strike="noStrike">
              <a:solidFill>
                <a:srgbClr val="DCE8F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" name="AutoShape 23"/>
          <p:cNvSpPr txBox="1"/>
          <p:nvPr/>
        </p:nvSpPr>
        <p:spPr>
          <a:xfrm>
            <a:off x="508000" y="6502400"/>
            <a:ext cx="381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6A5B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逸君攻坚小队 · 苏州大学</a:t>
            </a:r>
            <a:endParaRPr lang="en-US" sz="1100"/>
          </a:p>
        </p:txBody>
      </p:sp>
      <p:sp>
        <p:nvSpPr>
          <p:cNvPr id="24" name="AutoShape 24"/>
          <p:cNvSpPr txBox="1"/>
          <p:nvPr/>
        </p:nvSpPr>
        <p:spPr>
          <a:xfrm>
            <a:off x="10922000" y="6502400"/>
            <a:ext cx="762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r">
              <a:lnSpc>
                <a:spcPct val="125000"/>
              </a:lnSpc>
              <a:defRPr/>
            </a:pPr>
            <a:fld id="{001E8306-84F7-4690-A90E-381FEDAAD7F8}" type="slidenum">
              <a:rPr sz="1000" b="0" i="0" u="none" strike="noStrike">
                <a:solidFill>
                  <a:srgbClr val="96A5B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fld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l="11" r="1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  <p:sp>
        <p:nvSpPr>
          <p:cNvPr id="3" name="Freeform 3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gradFill rotWithShape="1">
            <a:gsLst>
              <a:gs pos="0">
                <a:srgbClr val="04061C">
                  <a:alpha val="78000"/>
                </a:srgbClr>
              </a:gs>
              <a:gs pos="100000">
                <a:srgbClr val="04061C">
                  <a:alpha val="88000"/>
                </a:srgbClr>
              </a:gs>
            </a:gsLst>
            <a:lin ang="5400000"/>
          </a:gra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508000" y="330200"/>
            <a:ext cx="508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96AAC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基于GEC的轻量级鸿蒙的驻留方法及应用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889000"/>
            <a:ext cx="5080000" cy="5080000"/>
          </a:xfrm>
          <a:prstGeom prst="roundRect">
            <a:avLst>
              <a:gd name="adj" fmla="val 2500"/>
            </a:avLst>
          </a:prstGeom>
          <a:solidFill>
            <a:srgbClr val="FFFFFF">
              <a:alpha val="5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1066800" y="1117600"/>
            <a:ext cx="4572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③ MessageQueue · 消息队列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1066800" y="1600200"/>
            <a:ext cx="457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BECD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生产者—消费者解耦，验证队列收发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143000" y="2362200"/>
            <a:ext cx="1524000" cy="635000"/>
          </a:xfrm>
          <a:prstGeom prst="roundRect">
            <a:avLst>
              <a:gd name="adj" fmla="val 12000"/>
            </a:avLst>
          </a:prstGeom>
          <a:solidFill>
            <a:srgbClr val="0070C0">
              <a:alpha val="45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1143000" y="2362200"/>
            <a:ext cx="152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收字节</a:t>
            </a:r>
            <a:br>
              <a:rPr lang="en-US" sz="13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生产者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85923">
            <a:off x="2743279" y="26733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C8FF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1" name="AutoShape 11"/>
          <p:cNvSpPr/>
          <p:nvPr/>
        </p:nvSpPr>
        <p:spPr>
          <a:xfrm>
            <a:off x="3327400" y="2362200"/>
            <a:ext cx="1524000" cy="635000"/>
          </a:xfrm>
          <a:prstGeom prst="roundRect">
            <a:avLst>
              <a:gd name="adj" fmla="val 12000"/>
            </a:avLst>
          </a:prstGeom>
          <a:solidFill>
            <a:srgbClr val="00C8FF">
              <a:alpha val="35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3327400" y="2362200"/>
            <a:ext cx="152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消息队列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85923">
            <a:off x="4927679" y="26733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C8FF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4" name="AutoShape 14"/>
          <p:cNvSpPr/>
          <p:nvPr/>
        </p:nvSpPr>
        <p:spPr>
          <a:xfrm>
            <a:off x="2540000" y="3429000"/>
            <a:ext cx="1524000" cy="635000"/>
          </a:xfrm>
          <a:prstGeom prst="roundRect">
            <a:avLst>
              <a:gd name="adj" fmla="val 12000"/>
            </a:avLst>
          </a:prstGeom>
          <a:solidFill>
            <a:srgbClr val="0070C0">
              <a:alpha val="45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2540000" y="3429000"/>
            <a:ext cx="152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打印线程</a:t>
            </a:r>
            <a:br>
              <a:rPr lang="en-US" sz="13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消费者</a:t>
            </a:r>
            <a:endParaRPr lang="en-US" sz="1100"/>
          </a:p>
        </p:txBody>
      </p:sp>
      <p:sp>
        <p:nvSpPr>
          <p:cNvPr id="16" name="AutoShape 16"/>
          <p:cNvSpPr txBox="1"/>
          <p:nvPr/>
        </p:nvSpPr>
        <p:spPr>
          <a:xfrm>
            <a:off x="1066800" y="4445000"/>
            <a:ext cx="457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400" b="0" i="0" u="none" strike="noStrike">
                <a:solidFill>
                  <a:srgbClr val="DCE8F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串口每收到一字节即入队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DCE8F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接收线程出队，打印消息与队列长度</a:t>
            </a:r>
            <a:endParaRPr lang="en-US" sz="1400" b="0" i="0" u="none" strike="noStrike">
              <a:solidFill>
                <a:srgbClr val="DCE8F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350000" y="889000"/>
            <a:ext cx="5080000" cy="5080000"/>
          </a:xfrm>
          <a:prstGeom prst="roundRect">
            <a:avLst>
              <a:gd name="adj" fmla="val 2500"/>
            </a:avLst>
          </a:prstGeom>
          <a:solidFill>
            <a:srgbClr val="FFFFFF">
              <a:alpha val="5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8" name="AutoShape 18"/>
          <p:cNvSpPr txBox="1"/>
          <p:nvPr/>
        </p:nvSpPr>
        <p:spPr>
          <a:xfrm>
            <a:off x="6654800" y="1117600"/>
            <a:ext cx="4572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④ Semaphore · 信号量</a:t>
            </a:r>
            <a:endParaRPr lang="en-US" sz="1100"/>
          </a:p>
        </p:txBody>
      </p:sp>
      <p:sp>
        <p:nvSpPr>
          <p:cNvPr id="19" name="AutoShape 19"/>
          <p:cNvSpPr txBox="1"/>
          <p:nvPr/>
        </p:nvSpPr>
        <p:spPr>
          <a:xfrm>
            <a:off x="6654800" y="1600200"/>
            <a:ext cx="457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BECD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模拟停车场车位，多线程并发进出</a:t>
            </a:r>
            <a:endParaRPr lang="en-US" sz="1100"/>
          </a:p>
        </p:txBody>
      </p:sp>
      <p:sp>
        <p:nvSpPr>
          <p:cNvPr id="20" name="AutoShape 20"/>
          <p:cNvSpPr txBox="1"/>
          <p:nvPr/>
        </p:nvSpPr>
        <p:spPr>
          <a:xfrm>
            <a:off x="6654800" y="22860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0DC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初始 5 个车位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731000" y="2819400"/>
            <a:ext cx="431800" cy="431800"/>
          </a:xfrm>
          <a:prstGeom prst="ellipse">
            <a:avLst/>
          </a:prstGeom>
          <a:solidFill>
            <a:srgbClr val="3CC85A">
              <a:alpha val="85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289800" y="2819400"/>
            <a:ext cx="431800" cy="431800"/>
          </a:xfrm>
          <a:prstGeom prst="ellipse">
            <a:avLst/>
          </a:prstGeom>
          <a:solidFill>
            <a:srgbClr val="3CC85A">
              <a:alpha val="85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848600" y="2819400"/>
            <a:ext cx="431800" cy="431800"/>
          </a:xfrm>
          <a:prstGeom prst="ellipse">
            <a:avLst/>
          </a:prstGeom>
          <a:solidFill>
            <a:srgbClr val="3CC85A">
              <a:alpha val="85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407400" y="2819400"/>
            <a:ext cx="431800" cy="431800"/>
          </a:xfrm>
          <a:prstGeom prst="ellipse">
            <a:avLst/>
          </a:prstGeom>
          <a:solidFill>
            <a:srgbClr val="3CC85A">
              <a:alpha val="85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8966200" y="2819400"/>
            <a:ext cx="431800" cy="431800"/>
          </a:xfrm>
          <a:prstGeom prst="ellipse">
            <a:avLst/>
          </a:prstGeom>
          <a:solidFill>
            <a:srgbClr val="3CC85A">
              <a:alpha val="85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26" name="AutoShape 26"/>
          <p:cNvSpPr txBox="1"/>
          <p:nvPr/>
        </p:nvSpPr>
        <p:spPr>
          <a:xfrm>
            <a:off x="6654800" y="3556000"/>
            <a:ext cx="4572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400" b="0" i="0" u="none" strike="noStrike">
                <a:solidFill>
                  <a:srgbClr val="DCE8F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三个线程代表不同车辆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DCE8F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进车位 P 申请，出库 V 释放</a:t>
            </a:r>
            <a:endParaRPr lang="en-US" sz="1400" b="0" i="0" u="none" strike="noStrike">
              <a:solidFill>
                <a:srgbClr val="DCE8F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DCE8F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满位则排队等待，验证计数信号量</a:t>
            </a:r>
            <a:endParaRPr lang="en-US" sz="1400" b="0" i="0" u="none" strike="noStrike">
              <a:solidFill>
                <a:srgbClr val="DCE8F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7" name="AutoShape 27"/>
          <p:cNvSpPr txBox="1"/>
          <p:nvPr/>
        </p:nvSpPr>
        <p:spPr>
          <a:xfrm>
            <a:off x="508000" y="6502400"/>
            <a:ext cx="381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6A5B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逸君攻坚小队 · 苏州大学</a:t>
            </a:r>
            <a:endParaRPr lang="en-US" sz="1100"/>
          </a:p>
        </p:txBody>
      </p:sp>
      <p:sp>
        <p:nvSpPr>
          <p:cNvPr id="28" name="AutoShape 28"/>
          <p:cNvSpPr txBox="1"/>
          <p:nvPr/>
        </p:nvSpPr>
        <p:spPr>
          <a:xfrm>
            <a:off x="10922000" y="6502400"/>
            <a:ext cx="762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r">
              <a:lnSpc>
                <a:spcPct val="125000"/>
              </a:lnSpc>
              <a:defRPr/>
            </a:pPr>
            <a:fld id="{F2223BB4-6BDD-426F-891B-A29A2EAB3FDF}" type="slidenum">
              <a:rPr sz="1000" b="0" i="0" u="none" strike="noStrike">
                <a:solidFill>
                  <a:srgbClr val="96A5B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fld>
            <a:endParaRPr lang="en-US" sz="11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l="11" r="1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  <p:sp>
        <p:nvSpPr>
          <p:cNvPr id="3" name="Freeform 3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gradFill rotWithShape="1">
            <a:gsLst>
              <a:gs pos="0">
                <a:srgbClr val="04061C">
                  <a:alpha val="78000"/>
                </a:srgbClr>
              </a:gs>
              <a:gs pos="100000">
                <a:srgbClr val="04061C">
                  <a:alpha val="88000"/>
                </a:srgbClr>
              </a:gs>
            </a:gsLst>
            <a:lin ang="5400000"/>
          </a:gra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508000" y="330200"/>
            <a:ext cx="508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96AAC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基于GEC的轻量级鸿蒙的驻留方法及应用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762000" y="7874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⑤ Mutex · 互斥量：一把锁锁住 LED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87400" y="1447800"/>
            <a:ext cx="711200" cy="38100"/>
          </a:xfrm>
          <a:prstGeom prst="roundRect">
            <a:avLst>
              <a:gd name="adj" fmla="val 0"/>
            </a:avLst>
          </a:prstGeom>
          <a:solidFill>
            <a:srgbClr val="00C8FF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762000" y="18542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BECD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三个线程争用同一盏 LED，互斥量保证同一时刻只有一个线程操作，不串色。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524000" y="2794000"/>
            <a:ext cx="2286000" cy="889000"/>
          </a:xfrm>
          <a:prstGeom prst="roundRect">
            <a:avLst>
              <a:gd name="adj" fmla="val 11426"/>
            </a:avLst>
          </a:prstGeom>
          <a:solidFill>
            <a:srgbClr val="DC3C3C">
              <a:alpha val="35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1524000" y="2794000"/>
            <a:ext cx="228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线程 A</a:t>
            </a:r>
            <a:br>
              <a:rPr lang="en-US" sz="16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6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红灯 5 秒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524000" y="4064000"/>
            <a:ext cx="2286000" cy="889000"/>
          </a:xfrm>
          <a:prstGeom prst="roundRect">
            <a:avLst>
              <a:gd name="adj" fmla="val 11426"/>
            </a:avLst>
          </a:prstGeom>
          <a:solidFill>
            <a:srgbClr val="3CC85A">
              <a:alpha val="35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1524000" y="4064000"/>
            <a:ext cx="228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线程 B</a:t>
            </a:r>
            <a:br>
              <a:rPr lang="en-US" sz="16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6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绿灯 10 秒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524000" y="5334000"/>
            <a:ext cx="2286000" cy="889000"/>
          </a:xfrm>
          <a:prstGeom prst="roundRect">
            <a:avLst>
              <a:gd name="adj" fmla="val 11426"/>
            </a:avLst>
          </a:prstGeom>
          <a:solidFill>
            <a:srgbClr val="4678E6">
              <a:alpha val="35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1524000" y="5334000"/>
            <a:ext cx="228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线程 C</a:t>
            </a:r>
            <a:br>
              <a:rPr lang="en-US" sz="16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6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蓝灯 20 秒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1968576">
            <a:off x="3649221" y="3771911"/>
            <a:ext cx="1972593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C8FF">
                <a:alpha val="6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5" name="Connector 15"/>
          <p:cNvCxnSpPr/>
          <p:nvPr/>
        </p:nvCxnSpPr>
        <p:spPr>
          <a:xfrm rot="-26443">
            <a:off x="3810024" y="4502150"/>
            <a:ext cx="165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C8FF">
                <a:alpha val="6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6" name="Connector 16"/>
          <p:cNvCxnSpPr/>
          <p:nvPr/>
        </p:nvCxnSpPr>
        <p:spPr>
          <a:xfrm rot="-2012843">
            <a:off x="3649221" y="5232389"/>
            <a:ext cx="1972593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C8FF">
                <a:alpha val="6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7" name="AutoShape 17"/>
          <p:cNvSpPr/>
          <p:nvPr/>
        </p:nvSpPr>
        <p:spPr>
          <a:xfrm>
            <a:off x="5588000" y="3683000"/>
            <a:ext cx="2032000" cy="1651000"/>
          </a:xfrm>
          <a:prstGeom prst="roundRect">
            <a:avLst>
              <a:gd name="adj" fmla="val 9228"/>
            </a:avLst>
          </a:prstGeom>
          <a:solidFill>
            <a:srgbClr val="00C8FF">
              <a:alpha val="25000"/>
            </a:srgbClr>
          </a:solidFill>
          <a:ln w="25400" cap="flat" cmpd="sng">
            <a:solidFill>
              <a:srgbClr val="00DCFF">
                <a:alpha val="8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8" name="AutoShape 18"/>
          <p:cNvSpPr txBox="1"/>
          <p:nvPr/>
        </p:nvSpPr>
        <p:spPr>
          <a:xfrm>
            <a:off x="5588000" y="3937000"/>
            <a:ext cx="203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DC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互斥锁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28647">
            <a:off x="7620026" y="45021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C8FF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20" name="AutoShape 20"/>
          <p:cNvSpPr/>
          <p:nvPr/>
        </p:nvSpPr>
        <p:spPr>
          <a:xfrm>
            <a:off x="9245600" y="3937000"/>
            <a:ext cx="2286000" cy="1143000"/>
          </a:xfrm>
          <a:prstGeom prst="roundRect">
            <a:avLst>
              <a:gd name="adj" fmla="val 8887"/>
            </a:avLst>
          </a:prstGeom>
          <a:solidFill>
            <a:srgbClr val="0070C0">
              <a:alpha val="4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21" name="AutoShape 21"/>
          <p:cNvSpPr txBox="1"/>
          <p:nvPr/>
        </p:nvSpPr>
        <p:spPr>
          <a:xfrm>
            <a:off x="9245600" y="3937000"/>
            <a:ext cx="228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LED 资源</a:t>
            </a:r>
            <a:br>
              <a:rPr lang="en-US" sz="16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6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同一时刻独占</a:t>
            </a:r>
            <a:endParaRPr lang="en-US" sz="1100"/>
          </a:p>
        </p:txBody>
      </p:sp>
      <p:sp>
        <p:nvSpPr>
          <p:cNvPr id="22" name="AutoShape 22"/>
          <p:cNvSpPr txBox="1"/>
          <p:nvPr/>
        </p:nvSpPr>
        <p:spPr>
          <a:xfrm>
            <a:off x="508000" y="6502400"/>
            <a:ext cx="381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6A5B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逸君攻坚小队 · 苏州大学</a:t>
            </a:r>
            <a:endParaRPr lang="en-US" sz="1100"/>
          </a:p>
        </p:txBody>
      </p:sp>
      <p:sp>
        <p:nvSpPr>
          <p:cNvPr id="23" name="AutoShape 23"/>
          <p:cNvSpPr txBox="1"/>
          <p:nvPr/>
        </p:nvSpPr>
        <p:spPr>
          <a:xfrm>
            <a:off x="10922000" y="6502400"/>
            <a:ext cx="762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r">
              <a:lnSpc>
                <a:spcPct val="125000"/>
              </a:lnSpc>
              <a:defRPr/>
            </a:pPr>
            <a:fld id="{75F9EB5E-FBB5-4EDE-B0FD-F4E63590E1ED}" type="slidenum">
              <a:rPr sz="1000" b="0" i="0" u="none" strike="noStrike">
                <a:solidFill>
                  <a:srgbClr val="96A5B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fld>
            <a:endParaRPr lang="en-US" sz="11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l="11" r="1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  <p:sp>
        <p:nvSpPr>
          <p:cNvPr id="3" name="Freeform 3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gradFill rotWithShape="1">
            <a:gsLst>
              <a:gs pos="0">
                <a:srgbClr val="04061C">
                  <a:alpha val="78000"/>
                </a:srgbClr>
              </a:gs>
              <a:gs pos="100000">
                <a:srgbClr val="04061C">
                  <a:alpha val="88000"/>
                </a:srgbClr>
              </a:gs>
            </a:gsLst>
            <a:lin ang="5400000"/>
          </a:gra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508000" y="330200"/>
            <a:ext cx="508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96AAC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基于GEC的轻量级鸿蒙的驻留方法及应用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762000" y="7874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三层验证，全部通过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87400" y="1447800"/>
            <a:ext cx="711200" cy="38100"/>
          </a:xfrm>
          <a:prstGeom prst="roundRect">
            <a:avLst>
              <a:gd name="adj" fmla="val 0"/>
            </a:avLst>
          </a:prstGeom>
          <a:solidFill>
            <a:srgbClr val="00C8FF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1016000" y="1981200"/>
          <a:ext cx="10160000" cy="3556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540000"/>
                <a:gridCol w="5588000"/>
                <a:gridCol w="2032000"/>
              </a:tblGrid>
              <a:tr h="635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层级</a:t>
                      </a:r>
                      <a:endParaRPr lang="en-US" sz="1100"/>
                    </a:p>
                  </a:txBody>
                  <a:tcPr marL="101600" marR="101600" marT="101600" marB="101600" anchor="t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AA0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验证内容</a:t>
                      </a:r>
                      <a:endParaRPr lang="en-US" sz="1100"/>
                    </a:p>
                  </a:txBody>
                  <a:tcPr marL="101600" marR="101600" marT="101600" marB="101600" anchor="t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AA0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结果</a:t>
                      </a:r>
                      <a:endParaRPr lang="en-US" sz="1100"/>
                    </a:p>
                  </a:txBody>
                  <a:tcPr marL="101600" marR="101600" marT="101600" marB="101600" anchor="t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AA0">
                        <a:alpha val="100000"/>
                      </a:srgbClr>
                    </a:solidFill>
                  </a:tcPr>
                </a:tc>
              </a:tr>
              <a:tr h="9652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DC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内核机制层</a:t>
                      </a:r>
                      <a:endParaRPr lang="en-US" sz="1100"/>
                    </a:p>
                  </a:txBody>
                  <a:tcPr marL="101600" marR="101600" marT="101600" marB="101600" anchor="t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>
                        <a:alpha val="2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DCE8F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调度 · 延时 · 事件 · 消息队列 · 信号量 · 互斥量</a:t>
                      </a:r>
                      <a:endParaRPr lang="en-US" sz="1100"/>
                    </a:p>
                  </a:txBody>
                  <a:tcPr marL="101600" marR="101600" marT="101600" marB="101600" anchor="t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50DC82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通过</a:t>
                      </a:r>
                      <a:endParaRPr lang="en-US" sz="1100"/>
                    </a:p>
                  </a:txBody>
                  <a:tcPr marL="101600" marR="101600" marT="101600" marB="101600" anchor="t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9652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DC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驻留框架层</a:t>
                      </a:r>
                      <a:endParaRPr lang="en-US" sz="1100"/>
                    </a:p>
                  </a:txBody>
                  <a:tcPr marL="101600" marR="101600" marT="101600" marB="101600" anchor="t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>
                        <a:alpha val="2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DCE8F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BIOS 启动 · 向 User 交棒 · 统一 API 调用 · 中断继承</a:t>
                      </a:r>
                      <a:endParaRPr lang="en-US" sz="1100"/>
                    </a:p>
                  </a:txBody>
                  <a:tcPr marL="101600" marR="101600" marT="101600" marB="101600" anchor="t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50DC82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通过</a:t>
                      </a:r>
                      <a:endParaRPr lang="en-US" sz="1100"/>
                    </a:p>
                  </a:txBody>
                  <a:tcPr marL="101600" marR="101600" marT="101600" marB="101600" anchor="t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9906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DC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应用承载层</a:t>
                      </a:r>
                      <a:endParaRPr lang="en-US" sz="1100"/>
                    </a:p>
                  </a:txBody>
                  <a:tcPr marL="101600" marR="101600" marT="101600" marB="101600" anchor="t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>
                        <a:alpha val="2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DCE8F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端侧图像识别推理 · 物联网联网数据上云</a:t>
                      </a:r>
                      <a:endParaRPr lang="en-US" sz="1100"/>
                    </a:p>
                  </a:txBody>
                  <a:tcPr marL="101600" marR="101600" marT="101600" marB="101600" anchor="t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50DC82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通过</a:t>
                      </a:r>
                      <a:endParaRPr lang="en-US" sz="1100"/>
                    </a:p>
                  </a:txBody>
                  <a:tcPr marL="101600" marR="101600" marT="101600" marB="101600" anchor="t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AutoShape 8"/>
          <p:cNvSpPr txBox="1"/>
          <p:nvPr/>
        </p:nvSpPr>
        <p:spPr>
          <a:xfrm>
            <a:off x="1016000" y="57912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B4C3D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从内核到应用，驻留底座在两款 RISC-V 平台上均稳定运行。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508000" y="6502400"/>
            <a:ext cx="381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6A5B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逸君攻坚小队 · 苏州大学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10922000" y="6502400"/>
            <a:ext cx="762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r">
              <a:lnSpc>
                <a:spcPct val="125000"/>
              </a:lnSpc>
              <a:defRPr/>
            </a:pPr>
            <a:fld id="{A857472F-9CF9-4342-9FEA-3496444FC026}" type="slidenum">
              <a:rPr sz="1000" b="0" i="0" u="none" strike="noStrike">
                <a:solidFill>
                  <a:srgbClr val="96A5B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fld>
            <a:endParaRPr lang="en-US" sz="11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Freeform 3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gradFill rotWithShape="1">
            <a:gsLst>
              <a:gs pos="9000">
                <a:srgbClr val="04061C">
                  <a:alpha val="0"/>
                </a:srgbClr>
              </a:gs>
              <a:gs pos="100000">
                <a:srgbClr val="04061C">
                  <a:alpha val="82000"/>
                </a:srgbClr>
              </a:gs>
            </a:gsLst>
            <a:lin ang="16200000"/>
          </a:gra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3886200" y="2946400"/>
            <a:ext cx="5842000" cy="1778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16DFF">
                  <a:alpha val="0"/>
                </a:srgbClr>
              </a:gs>
              <a:gs pos="69000">
                <a:srgbClr val="016DFF">
                  <a:alpha val="100000"/>
                </a:srgbClr>
              </a:gs>
              <a:gs pos="100000">
                <a:srgbClr val="00FFFF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2540000" y="1498600"/>
            <a:ext cx="5842000" cy="508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16DFF">
                  <a:alpha val="0"/>
                </a:srgbClr>
              </a:gs>
              <a:gs pos="69000">
                <a:srgbClr val="016DFF">
                  <a:alpha val="100000"/>
                </a:srgbClr>
              </a:gs>
              <a:gs pos="100000">
                <a:srgbClr val="00FFFF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cxnSp>
        <p:nvCxnSpPr>
          <p:cNvPr id="6" name="Connector 6"/>
          <p:cNvCxnSpPr/>
          <p:nvPr/>
        </p:nvCxnSpPr>
        <p:spPr>
          <a:xfrm rot="-13806">
            <a:off x="2362213" y="3371850"/>
            <a:ext cx="31623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gradFill rotWithShape="1">
              <a:gsLst>
                <a:gs pos="0">
                  <a:srgbClr val="016DFF">
                    <a:alpha val="0"/>
                  </a:srgbClr>
                </a:gs>
                <a:gs pos="72000">
                  <a:srgbClr val="016DFF">
                    <a:alpha val="100000"/>
                  </a:srgbClr>
                </a:gs>
                <a:gs pos="100000">
                  <a:srgbClr val="00FFFF">
                    <a:alpha val="100000"/>
                  </a:srgbClr>
                </a:gs>
              </a:gsLst>
              <a:lin ang="0"/>
            </a:gra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" name="Connector 7"/>
          <p:cNvCxnSpPr/>
          <p:nvPr/>
        </p:nvCxnSpPr>
        <p:spPr>
          <a:xfrm rot="-13861">
            <a:off x="6134113" y="1682750"/>
            <a:ext cx="31496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gradFill rotWithShape="1">
              <a:gsLst>
                <a:gs pos="0">
                  <a:srgbClr val="016DFF">
                    <a:alpha val="0"/>
                  </a:srgbClr>
                </a:gs>
                <a:gs pos="72000">
                  <a:srgbClr val="016DFF">
                    <a:alpha val="100000"/>
                  </a:srgbClr>
                </a:gs>
                <a:gs pos="100000">
                  <a:srgbClr val="00FFFF">
                    <a:alpha val="100000"/>
                  </a:srgbClr>
                </a:gs>
              </a:gsLst>
              <a:lin ang="0"/>
            </a:gra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" name="Connector 8"/>
          <p:cNvCxnSpPr/>
          <p:nvPr/>
        </p:nvCxnSpPr>
        <p:spPr>
          <a:xfrm>
            <a:off x="3289300" y="1371600"/>
            <a:ext cx="3149626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gradFill rotWithShape="1">
              <a:gsLst>
                <a:gs pos="0">
                  <a:srgbClr val="016DFF">
                    <a:alpha val="0"/>
                  </a:srgbClr>
                </a:gs>
                <a:gs pos="72000">
                  <a:srgbClr val="016DFF">
                    <a:alpha val="100000"/>
                  </a:srgbClr>
                </a:gs>
                <a:gs pos="100000">
                  <a:srgbClr val="00FFFF">
                    <a:alpha val="100000"/>
                  </a:srgbClr>
                </a:gs>
              </a:gsLst>
              <a:lin ang="0"/>
            </a:gradFill>
            <a:prstDash val="sysDot"/>
            <a:round/>
            <a:headEnd type="none" w="med" len="med"/>
            <a:tailEnd type="none" w="med" len="med"/>
          </a:ln>
        </p:spPr>
      </p:cxnSp>
      <p:cxnSp>
        <p:nvCxnSpPr>
          <p:cNvPr id="9" name="Connector 9"/>
          <p:cNvCxnSpPr/>
          <p:nvPr/>
        </p:nvCxnSpPr>
        <p:spPr>
          <a:xfrm>
            <a:off x="5626100" y="3276600"/>
            <a:ext cx="3162326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gradFill rotWithShape="1">
              <a:gsLst>
                <a:gs pos="0">
                  <a:srgbClr val="016DFF">
                    <a:alpha val="0"/>
                  </a:srgbClr>
                </a:gs>
                <a:gs pos="72000">
                  <a:srgbClr val="016DFF">
                    <a:alpha val="100000"/>
                  </a:srgbClr>
                </a:gs>
                <a:gs pos="100000">
                  <a:srgbClr val="00FFFF">
                    <a:alpha val="100000"/>
                  </a:srgbClr>
                </a:gs>
              </a:gsLst>
              <a:lin ang="0"/>
            </a:gradFill>
            <a:prstDash val="sysDot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 txBox="1"/>
          <p:nvPr/>
        </p:nvSpPr>
        <p:spPr>
          <a:xfrm>
            <a:off x="2362200" y="1739900"/>
            <a:ext cx="7620000" cy="1219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7200" b="0" i="0" u="none" strike="noStrike" spc="600">
                <a:gradFill rotWithShape="1">
                  <a:gsLst>
                    <a:gs pos="7000">
                      <a:srgbClr val="F6F8FC">
                        <a:alpha val="100000"/>
                      </a:srgbClr>
                    </a:gs>
                    <a:gs pos="97000">
                      <a:srgbClr val="D7F4FF">
                        <a:alpha val="100000"/>
                      </a:srgbClr>
                    </a:gs>
                  </a:gsLst>
                  <a:lin ang="5400000"/>
                </a:gradFill>
                <a:effectLst>
                  <a:outerShdw sx="102000" sy="102000" algn="ctr">
                    <a:srgbClr val="000000">
                      <a:alpha val="28000"/>
                    </a:srgbClr>
                  </a:outerShdw>
                </a:effectLst>
                <a:latin typeface="汉仪雅酷黑 75W"/>
                <a:ea typeface="汉仪雅酷黑 75W"/>
                <a:cs typeface="汉仪雅酷黑 75W"/>
                <a:sym typeface="汉仪雅酷黑 75W"/>
              </a:rPr>
              <a:t>04.实践效果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3365500" y="3454400"/>
            <a:ext cx="73279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3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从教学到科研再到产业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  <a:r>
              <a:rPr lang="en-US" sz="3400" b="1" i="0" u="none" strike="noStrike">
                <a:solidFill>
                  <a:srgbClr val="FFC000"/>
                </a:solidFill>
                <a:latin typeface="华文中宋"/>
                <a:ea typeface="华文中宋"/>
                <a:cs typeface="华文中宋"/>
                <a:sym typeface="华文中宋"/>
              </a:rPr>
              <a:t>两本教材沉淀 · 检测与物联网落地</a:t>
            </a:r>
            <a:endParaRPr lang="en-US" sz="3400" b="1" i="0" u="none" strike="noStrike">
              <a:solidFill>
                <a:srgbClr val="FFC000"/>
              </a:solidFill>
              <a:latin typeface="华文中宋"/>
              <a:ea typeface="华文中宋"/>
              <a:cs typeface="华文中宋"/>
              <a:sym typeface="华文中宋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3400" b="1" i="0" u="none" strike="noStrike">
                <a:solidFill>
                  <a:srgbClr val="FFC000"/>
                </a:solidFill>
                <a:latin typeface="华文中宋"/>
                <a:ea typeface="华文中宋"/>
                <a:cs typeface="华文中宋"/>
                <a:sym typeface="华文中宋"/>
              </a:rPr>
              <a:t>让轻量级鸿蒙走进课堂与项目</a:t>
            </a:r>
            <a:endParaRPr lang="en-US" sz="3400" b="1" i="0" u="none" strike="noStrike">
              <a:solidFill>
                <a:srgbClr val="FFC000"/>
              </a:solidFill>
              <a:latin typeface="华文中宋"/>
              <a:ea typeface="华文中宋"/>
              <a:cs typeface="华文中宋"/>
              <a:sym typeface="华文中宋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l="11" r="1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  <p:sp>
        <p:nvSpPr>
          <p:cNvPr id="3" name="Freeform 3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gradFill rotWithShape="1">
            <a:gsLst>
              <a:gs pos="0">
                <a:srgbClr val="04061C">
                  <a:alpha val="78000"/>
                </a:srgbClr>
              </a:gs>
              <a:gs pos="100000">
                <a:srgbClr val="04061C">
                  <a:alpha val="88000"/>
                </a:srgbClr>
              </a:gs>
            </a:gsLst>
            <a:lin ang="5400000"/>
          </a:gra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508000" y="330200"/>
            <a:ext cx="508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96AAC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基于GEC的轻量级鸿蒙的驻留方法及应用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762000" y="7874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已沉淀为两本教材书稿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87400" y="1447800"/>
            <a:ext cx="711200" cy="38100"/>
          </a:xfrm>
          <a:prstGeom prst="roundRect">
            <a:avLst>
              <a:gd name="adj" fmla="val 0"/>
            </a:avLst>
          </a:prstGeom>
          <a:solidFill>
            <a:srgbClr val="00C8FF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rcRect l="14285" r="14285"/>
          <a:stretch>
            <a:fillRect/>
          </a:stretch>
        </p:blipFill>
        <p:spPr>
          <a:xfrm>
            <a:off x="1524000" y="1905000"/>
            <a:ext cx="1905000" cy="2667000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  <p:sp>
        <p:nvSpPr>
          <p:cNvPr id="8" name="AutoShape 8"/>
          <p:cNvSpPr txBox="1"/>
          <p:nvPr/>
        </p:nvSpPr>
        <p:spPr>
          <a:xfrm>
            <a:off x="1143000" y="4724400"/>
            <a:ext cx="266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00DC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《实时操作系统应用开发技术》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1143000" y="5537200"/>
            <a:ext cx="266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b="0" i="0" u="none" strike="noStrike">
                <a:solidFill>
                  <a:srgbClr val="BECD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基于轻量级鸿蒙与 RISC-V 架构</a:t>
            </a:r>
            <a:endParaRPr lang="en-US" b="0" i="0" u="none" strike="noStrike">
              <a:solidFill>
                <a:srgbClr val="BECD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rcRect l="14285" r="14285"/>
          <a:stretch>
            <a:fillRect/>
          </a:stretch>
        </p:blipFill>
        <p:spPr>
          <a:xfrm>
            <a:off x="7620000" y="1905000"/>
            <a:ext cx="1905000" cy="2667000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  <p:sp>
        <p:nvSpPr>
          <p:cNvPr id="11" name="AutoShape 11"/>
          <p:cNvSpPr txBox="1"/>
          <p:nvPr/>
        </p:nvSpPr>
        <p:spPr>
          <a:xfrm>
            <a:off x="7239000" y="4724400"/>
            <a:ext cx="266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00DC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《物联网应用开发技术》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7239000" y="5537200"/>
            <a:ext cx="266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b="0" i="0" u="none" strike="noStrike">
                <a:solidFill>
                  <a:srgbClr val="BECD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 RISC-V 及轻量级鸿蒙的实践</a:t>
            </a:r>
            <a:endParaRPr lang="en-US" b="0" i="0" u="none" strike="noStrike">
              <a:solidFill>
                <a:srgbClr val="BECD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 txBox="1"/>
          <p:nvPr/>
        </p:nvSpPr>
        <p:spPr>
          <a:xfrm>
            <a:off x="3810000" y="2286000"/>
            <a:ext cx="3556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58000"/>
              </a:lnSpc>
              <a:defRPr/>
            </a:pPr>
            <a:r>
              <a:rPr lang="en-US" sz="1400" b="0" i="0" u="none" strike="noStrike">
                <a:solidFill>
                  <a:srgbClr val="D2E1F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以驻留平台为教学底座</a:t>
            </a:r>
            <a:endParaRPr lang="en-US" sz="1100"/>
          </a:p>
          <a:p>
            <a:pPr marL="0" indent="0" algn="l">
              <a:lnSpc>
                <a:spcPct val="158000"/>
              </a:lnSpc>
            </a:pPr>
            <a:r>
              <a:rPr lang="en-US" sz="1400" b="0" i="0" u="none" strike="noStrike">
                <a:solidFill>
                  <a:srgbClr val="D2E1F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五个基本要素样例即教材例程</a:t>
            </a:r>
            <a:endParaRPr lang="en-US" sz="1400" b="0" i="0" u="none" strike="noStrike">
              <a:solidFill>
                <a:srgbClr val="D2E1F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8000"/>
              </a:lnSpc>
            </a:pPr>
            <a:r>
              <a:rPr lang="en-US" sz="1400" b="0" i="0" u="none" strike="noStrike">
                <a:solidFill>
                  <a:srgbClr val="D2E1F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学生只写业务，一两周上手</a:t>
            </a:r>
            <a:endParaRPr lang="en-US" sz="1400" b="0" i="0" u="none" strike="noStrike">
              <a:solidFill>
                <a:srgbClr val="D2E1F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8000"/>
              </a:lnSpc>
            </a:pPr>
            <a:r>
              <a:rPr lang="en-US" sz="1400" b="0" i="0" u="none" strike="noStrike">
                <a:solidFill>
                  <a:srgbClr val="D2E1F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配套 IDE、上位机与云平台</a:t>
            </a:r>
            <a:endParaRPr lang="en-US" sz="1400" b="0" i="0" u="none" strike="noStrike">
              <a:solidFill>
                <a:srgbClr val="D2E1F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 txBox="1"/>
          <p:nvPr/>
        </p:nvSpPr>
        <p:spPr>
          <a:xfrm>
            <a:off x="508000" y="6502400"/>
            <a:ext cx="381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6A5B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逸君攻坚小队 · 苏州大学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10922000" y="6502400"/>
            <a:ext cx="762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r">
              <a:lnSpc>
                <a:spcPct val="125000"/>
              </a:lnSpc>
              <a:defRPr/>
            </a:pPr>
            <a:fld id="{59886525-BBD7-4F9F-95BF-294C228D3226}" type="slidenum">
              <a:rPr sz="1000" b="0" i="0" u="none" strike="noStrike">
                <a:solidFill>
                  <a:srgbClr val="96A5B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fld>
            <a:endParaRPr lang="en-US" sz="11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l="11" r="1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  <p:sp>
        <p:nvSpPr>
          <p:cNvPr id="3" name="Freeform 3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gradFill rotWithShape="1">
            <a:gsLst>
              <a:gs pos="0">
                <a:srgbClr val="04061C">
                  <a:alpha val="78000"/>
                </a:srgbClr>
              </a:gs>
              <a:gs pos="100000">
                <a:srgbClr val="04061C">
                  <a:alpha val="88000"/>
                </a:srgbClr>
              </a:gs>
            </a:gsLst>
            <a:lin ang="5400000"/>
          </a:gra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508000" y="330200"/>
            <a:ext cx="508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96AAC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基于GEC的轻量级鸿蒙的驻留方法及应用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762000" y="7874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科研应用：端侧焊接缺陷检测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87400" y="1447800"/>
            <a:ext cx="711200" cy="38100"/>
          </a:xfrm>
          <a:prstGeom prst="roundRect">
            <a:avLst>
              <a:gd name="adj" fmla="val 0"/>
            </a:avLst>
          </a:prstGeom>
          <a:solidFill>
            <a:srgbClr val="00C8FF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rcRect t="7212" b="7210"/>
          <a:stretch>
            <a:fillRect/>
          </a:stretch>
        </p:blipFill>
        <p:spPr>
          <a:xfrm>
            <a:off x="889000" y="1905000"/>
            <a:ext cx="5588000" cy="3302000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  <p:sp>
        <p:nvSpPr>
          <p:cNvPr id="8" name="AutoShape 8"/>
          <p:cNvSpPr txBox="1"/>
          <p:nvPr/>
        </p:nvSpPr>
        <p:spPr>
          <a:xfrm>
            <a:off x="889000" y="5283200"/>
            <a:ext cx="558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A0AFC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EORS 上位机软件 V5.2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6985000" y="2032000"/>
            <a:ext cx="457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5600" b="1" i="0" u="none" strike="noStrike">
                <a:solidFill>
                  <a:srgbClr val="00DC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90%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6985000" y="32512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C8D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检测准确率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6985000" y="3886200"/>
            <a:ext cx="4572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400" b="0" i="0" u="none" strike="noStrike">
                <a:solidFill>
                  <a:srgbClr val="D7E4F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D1-H 端侧实时推理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D7E4F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采集 → 预处理 → 模型推理 → 判级</a:t>
            </a:r>
            <a:endParaRPr lang="en-US" sz="1400" b="0" i="0" u="none" strike="noStrike">
              <a:solidFill>
                <a:srgbClr val="D7E4F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D7E4F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LCD 直接显示结果</a:t>
            </a:r>
            <a:endParaRPr lang="en-US" sz="1400" b="0" i="0" u="none" strike="noStrike">
              <a:solidFill>
                <a:srgbClr val="D7E4F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 txBox="1"/>
          <p:nvPr/>
        </p:nvSpPr>
        <p:spPr>
          <a:xfrm>
            <a:off x="508000" y="6502400"/>
            <a:ext cx="381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6A5B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逸君攻坚小队 · 苏州大学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10922000" y="6502400"/>
            <a:ext cx="762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r">
              <a:lnSpc>
                <a:spcPct val="125000"/>
              </a:lnSpc>
              <a:defRPr/>
            </a:pPr>
            <a:fld id="{D9C503EE-2A63-427E-A586-E9C773442E4F}" type="slidenum">
              <a:rPr sz="1000" b="0" i="0" u="none" strike="noStrike">
                <a:solidFill>
                  <a:srgbClr val="96A5B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fld>
            <a:endParaRPr lang="en-US" sz="11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l="11" r="1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  <p:sp>
        <p:nvSpPr>
          <p:cNvPr id="3" name="Freeform 3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gradFill rotWithShape="1">
            <a:gsLst>
              <a:gs pos="0">
                <a:srgbClr val="04061C">
                  <a:alpha val="78000"/>
                </a:srgbClr>
              </a:gs>
              <a:gs pos="100000">
                <a:srgbClr val="04061C">
                  <a:alpha val="88000"/>
                </a:srgbClr>
              </a:gs>
            </a:gsLst>
            <a:lin ang="5400000"/>
          </a:gra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508000" y="330200"/>
            <a:ext cx="508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96AAC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基于GEC的轻量级鸿蒙的驻留方法及应用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762000" y="7874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物联网应用：数据采集即上云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87400" y="1447800"/>
            <a:ext cx="711200" cy="38100"/>
          </a:xfrm>
          <a:prstGeom prst="roundRect">
            <a:avLst>
              <a:gd name="adj" fmla="val 0"/>
            </a:avLst>
          </a:prstGeom>
          <a:solidFill>
            <a:srgbClr val="00C8FF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rcRect l="5005" r="5005"/>
          <a:stretch>
            <a:fillRect/>
          </a:stretch>
        </p:blipFill>
        <p:spPr>
          <a:xfrm>
            <a:off x="889000" y="1905000"/>
            <a:ext cx="5080000" cy="2921000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  <p:sp>
        <p:nvSpPr>
          <p:cNvPr id="8" name="AutoShape 8"/>
          <p:cNvSpPr txBox="1"/>
          <p:nvPr/>
        </p:nvSpPr>
        <p:spPr>
          <a:xfrm>
            <a:off x="889000" y="4902200"/>
            <a:ext cx="508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A0AFC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AHL-CS-Monitor 云侦听软件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/>
          <a:srcRect t="2384" b="2384"/>
          <a:stretch>
            <a:fillRect/>
          </a:stretch>
        </p:blipFill>
        <p:spPr>
          <a:xfrm>
            <a:off x="6350000" y="1905000"/>
            <a:ext cx="5080000" cy="2921000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  <p:sp>
        <p:nvSpPr>
          <p:cNvPr id="10" name="AutoShape 10"/>
          <p:cNvSpPr txBox="1"/>
          <p:nvPr/>
        </p:nvSpPr>
        <p:spPr>
          <a:xfrm>
            <a:off x="6350000" y="4902200"/>
            <a:ext cx="508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A0AFC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金葫芦 WiFi · Web 网页实时数据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889000" y="5461000"/>
            <a:ext cx="1054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C8D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CH32V303-WiFi 采集环境数据 → WiFi 上云 → 电脑侦听与手机网页同步呈现。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508000" y="6502400"/>
            <a:ext cx="381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6A5B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逸君攻坚小队 · 苏州大学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10922000" y="6502400"/>
            <a:ext cx="762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r">
              <a:lnSpc>
                <a:spcPct val="125000"/>
              </a:lnSpc>
              <a:defRPr/>
            </a:pPr>
            <a:fld id="{3F75ECA2-7B00-4090-A554-32CEA67089CC}" type="slidenum">
              <a:rPr sz="1000" b="0" i="0" u="none" strike="noStrike">
                <a:solidFill>
                  <a:srgbClr val="96A5B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fld>
            <a:endParaRPr lang="en-US" sz="11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l="11" r="1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Freeform 3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gradFill rotWithShape="1">
            <a:gsLst>
              <a:gs pos="0">
                <a:srgbClr val="04061C">
                  <a:alpha val="78000"/>
                </a:srgbClr>
              </a:gs>
              <a:gs pos="100000">
                <a:srgbClr val="04061C">
                  <a:alpha val="88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 txBox="1"/>
          <p:nvPr/>
        </p:nvSpPr>
        <p:spPr>
          <a:xfrm>
            <a:off x="508000" y="330200"/>
            <a:ext cx="508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96AAC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基于GEC的轻量级鸿蒙的驻留方法及应用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762000" y="838200"/>
            <a:ext cx="10668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推广价值：让 LiteOS 教学「开箱即用」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87400" y="1524000"/>
            <a:ext cx="711200" cy="38100"/>
          </a:xfrm>
          <a:prstGeom prst="roundRect">
            <a:avLst>
              <a:gd name="adj" fmla="val 0"/>
            </a:avLst>
          </a:prstGeom>
          <a:solidFill>
            <a:srgbClr val="00C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>
            <p:custDataLst>
              <p:tags r:id="rId2"/>
            </p:custDataLst>
          </p:nvPr>
        </p:nvSpPr>
        <p:spPr>
          <a:xfrm>
            <a:off x="889000" y="2286000"/>
            <a:ext cx="3302000" cy="3175000"/>
          </a:xfrm>
          <a:prstGeom prst="roundRect">
            <a:avLst>
              <a:gd name="adj" fmla="val 4000"/>
            </a:avLst>
          </a:prstGeom>
          <a:solidFill>
            <a:srgbClr val="0070C0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8" name="AutoShape 8"/>
          <p:cNvSpPr txBox="1"/>
          <p:nvPr>
            <p:custDataLst>
              <p:tags r:id="rId3"/>
            </p:custDataLst>
          </p:nvPr>
        </p:nvSpPr>
        <p:spPr>
          <a:xfrm>
            <a:off x="1168400" y="2590800"/>
            <a:ext cx="279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DC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教学推广</a:t>
            </a:r>
            <a:endParaRPr lang="en-US" sz="1100"/>
          </a:p>
        </p:txBody>
      </p:sp>
      <p:sp>
        <p:nvSpPr>
          <p:cNvPr id="9" name="AutoShape 9"/>
          <p:cNvSpPr txBox="1"/>
          <p:nvPr>
            <p:custDataLst>
              <p:tags r:id="rId4"/>
            </p:custDataLst>
          </p:nvPr>
        </p:nvSpPr>
        <p:spPr>
          <a:xfrm>
            <a:off x="1168400" y="3251200"/>
            <a:ext cx="2794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400" b="0" i="0" u="none" strike="noStrike">
                <a:solidFill>
                  <a:srgbClr val="D2E1F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降低 LiteOS 入门门槛，学生从写业务开始，而不是从搭内核开始。</a:t>
            </a:r>
            <a:endParaRPr lang="en-US" sz="1100"/>
          </a:p>
        </p:txBody>
      </p:sp>
      <p:sp>
        <p:nvSpPr>
          <p:cNvPr id="10" name="AutoShape 10"/>
          <p:cNvSpPr/>
          <p:nvPr>
            <p:custDataLst>
              <p:tags r:id="rId5"/>
            </p:custDataLst>
          </p:nvPr>
        </p:nvSpPr>
        <p:spPr>
          <a:xfrm>
            <a:off x="4445000" y="2286000"/>
            <a:ext cx="3302000" cy="3175000"/>
          </a:xfrm>
          <a:prstGeom prst="roundRect">
            <a:avLst>
              <a:gd name="adj" fmla="val 4000"/>
            </a:avLst>
          </a:prstGeom>
          <a:solidFill>
            <a:srgbClr val="0070C0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1" name="AutoShape 11"/>
          <p:cNvSpPr txBox="1"/>
          <p:nvPr>
            <p:custDataLst>
              <p:tags r:id="rId6"/>
            </p:custDataLst>
          </p:nvPr>
        </p:nvSpPr>
        <p:spPr>
          <a:xfrm>
            <a:off x="4724400" y="2590800"/>
            <a:ext cx="279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DC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课程实验</a:t>
            </a:r>
            <a:endParaRPr lang="en-US" sz="1100"/>
          </a:p>
        </p:txBody>
      </p:sp>
      <p:sp>
        <p:nvSpPr>
          <p:cNvPr id="12" name="AutoShape 12"/>
          <p:cNvSpPr txBox="1"/>
          <p:nvPr>
            <p:custDataLst>
              <p:tags r:id="rId7"/>
            </p:custDataLst>
          </p:nvPr>
        </p:nvSpPr>
        <p:spPr>
          <a:xfrm>
            <a:off x="4724400" y="3251200"/>
            <a:ext cx="2794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400" b="0" i="0" u="none" strike="noStrike">
                <a:solidFill>
                  <a:srgbClr val="D2E1F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两本教材 + 配套 IDE + 五样例，开学即可开课，一两周见成果。</a:t>
            </a:r>
            <a:endParaRPr lang="en-US" sz="1100"/>
          </a:p>
        </p:txBody>
      </p:sp>
      <p:sp>
        <p:nvSpPr>
          <p:cNvPr id="13" name="AutoShape 13"/>
          <p:cNvSpPr/>
          <p:nvPr>
            <p:custDataLst>
              <p:tags r:id="rId8"/>
            </p:custDataLst>
          </p:nvPr>
        </p:nvSpPr>
        <p:spPr>
          <a:xfrm>
            <a:off x="8001000" y="2286000"/>
            <a:ext cx="3302000" cy="3175000"/>
          </a:xfrm>
          <a:prstGeom prst="roundRect">
            <a:avLst>
              <a:gd name="adj" fmla="val 4000"/>
            </a:avLst>
          </a:prstGeom>
          <a:solidFill>
            <a:srgbClr val="0070C0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4" name="AutoShape 14"/>
          <p:cNvSpPr txBox="1"/>
          <p:nvPr>
            <p:custDataLst>
              <p:tags r:id="rId9"/>
            </p:custDataLst>
          </p:nvPr>
        </p:nvSpPr>
        <p:spPr>
          <a:xfrm>
            <a:off x="8280400" y="2590800"/>
            <a:ext cx="279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DC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开源社区</a:t>
            </a:r>
            <a:endParaRPr lang="en-US" sz="1100"/>
          </a:p>
        </p:txBody>
      </p:sp>
      <p:sp>
        <p:nvSpPr>
          <p:cNvPr id="15" name="AutoShape 15"/>
          <p:cNvSpPr txBox="1"/>
          <p:nvPr>
            <p:custDataLst>
              <p:tags r:id="rId10"/>
            </p:custDataLst>
          </p:nvPr>
        </p:nvSpPr>
        <p:spPr>
          <a:xfrm>
            <a:off x="8280400" y="3251200"/>
            <a:ext cx="2794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400" b="0" i="0" u="none" strike="noStrike">
                <a:solidFill>
                  <a:srgbClr val="D2E1F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统一 API 可移植到更多 RISC-V 板子，随轻量级鸿蒙生态共同生长。</a:t>
            </a:r>
            <a:endParaRPr lang="en-US" sz="1100"/>
          </a:p>
        </p:txBody>
      </p:sp>
      <p:sp>
        <p:nvSpPr>
          <p:cNvPr id="16" name="AutoShape 16"/>
          <p:cNvSpPr txBox="1"/>
          <p:nvPr/>
        </p:nvSpPr>
        <p:spPr>
          <a:xfrm>
            <a:off x="508000" y="6502400"/>
            <a:ext cx="381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6A5B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逸君攻坚小队 · 苏州大学</a:t>
            </a:r>
            <a:endParaRPr lang="en-US" sz="1100"/>
          </a:p>
        </p:txBody>
      </p:sp>
      <p:sp>
        <p:nvSpPr>
          <p:cNvPr id="17" name="AutoShape 17"/>
          <p:cNvSpPr txBox="1"/>
          <p:nvPr/>
        </p:nvSpPr>
        <p:spPr>
          <a:xfrm>
            <a:off x="10922000" y="6502400"/>
            <a:ext cx="762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r">
              <a:lnSpc>
                <a:spcPct val="125000"/>
              </a:lnSpc>
              <a:defRPr/>
            </a:pPr>
            <a:fld id="{E15D499A-22D4-4A81-BA65-B2EB3EF04786}" type="slidenum">
              <a:rPr sz="1000" b="0" i="0" u="none" strike="noStrike">
                <a:solidFill>
                  <a:srgbClr val="96A5B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fld>
            <a:endParaRPr lang="en-US" sz="11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l="11" r="1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 cap="flat" cmpd="sng">
            <a:noFill/>
            <a:prstDash val="solid"/>
            <a:round/>
          </a:ln>
        </p:spPr>
      </p:pic>
      <p:sp>
        <p:nvSpPr>
          <p:cNvPr id="3" name="Freeform 3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gradFill rotWithShape="1">
            <a:gsLst>
              <a:gs pos="0">
                <a:srgbClr val="04061C">
                  <a:alpha val="82000"/>
                </a:srgbClr>
              </a:gs>
              <a:gs pos="100000">
                <a:srgbClr val="0A1E46">
                  <a:alpha val="70000"/>
                </a:srgbClr>
              </a:gs>
            </a:gsLst>
            <a:lin ang="2700000"/>
          </a:gra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1016000" y="1905000"/>
            <a:ext cx="1016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5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感谢聆听 · 敬请指正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588000" y="3327400"/>
            <a:ext cx="1016000" cy="38100"/>
          </a:xfrm>
          <a:prstGeom prst="roundRect">
            <a:avLst>
              <a:gd name="adj" fmla="val 0"/>
            </a:avLst>
          </a:prstGeom>
          <a:solidFill>
            <a:srgbClr val="00C8FF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1016000" y="3810000"/>
            <a:ext cx="1016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00DC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 GEC 的轻量级鸿蒙驻留方法及应用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1016000" y="4826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D2E1F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逸君攻坚小队　队长：邬美君　队员：周逸婷　王文杰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1016000" y="5334000"/>
            <a:ext cx="1016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AAB9C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苏州大学　·　2026 开源鸿蒙大学生创新大赛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508000" y="6502400"/>
            <a:ext cx="381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6A5B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逸君攻坚小队 · 苏州大学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10922000" y="6502400"/>
            <a:ext cx="762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r">
              <a:lnSpc>
                <a:spcPct val="125000"/>
              </a:lnSpc>
              <a:defRPr/>
            </a:pPr>
            <a:fld id="{D66A0B42-A5D8-4BF1-9F50-D379A931956A}" type="slidenum">
              <a:rPr sz="1000" b="0" i="0" u="none" strike="noStrike">
                <a:solidFill>
                  <a:srgbClr val="96A5B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fld>
            <a:endParaRPr lang="en-US" sz="11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01.65,&quot;left&quot;:90,&quot;top&quot;:210,&quot;width&quot;:820}"/>
</p:tagLst>
</file>

<file path=ppt/tags/tag2.xml><?xml version="1.0" encoding="utf-8"?>
<p:tagLst xmlns:p="http://schemas.openxmlformats.org/presentationml/2006/main">
  <p:tag name="KSO_WM_DIAGRAM_VIRTUALLY_FRAME" val="{&quot;height&quot;:201.65,&quot;left&quot;:90,&quot;top&quot;:210,&quot;width&quot;:820}"/>
</p:tagLst>
</file>

<file path=ppt/tags/tag3.xml><?xml version="1.0" encoding="utf-8"?>
<p:tagLst xmlns:p="http://schemas.openxmlformats.org/presentationml/2006/main">
  <p:tag name="KSO_WM_DIAGRAM_VIRTUALLY_FRAME" val="{&quot;height&quot;:201.65,&quot;left&quot;:90,&quot;top&quot;:210,&quot;width&quot;:820}"/>
</p:tagLst>
</file>

<file path=ppt/tags/tag4.xml><?xml version="1.0" encoding="utf-8"?>
<p:tagLst xmlns:p="http://schemas.openxmlformats.org/presentationml/2006/main">
  <p:tag name="KSO_WM_DIAGRAM_VIRTUALLY_FRAME" val="{&quot;height&quot;:201.65,&quot;left&quot;:90,&quot;top&quot;:210,&quot;width&quot;:820}"/>
</p:tagLst>
</file>

<file path=ppt/tags/tag5.xml><?xml version="1.0" encoding="utf-8"?>
<p:tagLst xmlns:p="http://schemas.openxmlformats.org/presentationml/2006/main">
  <p:tag name="KSO_WM_DIAGRAM_VIRTUALLY_FRAME" val="{&quot;height&quot;:201.65,&quot;left&quot;:90,&quot;top&quot;:210,&quot;width&quot;:820}"/>
</p:tagLst>
</file>

<file path=ppt/tags/tag6.xml><?xml version="1.0" encoding="utf-8"?>
<p:tagLst xmlns:p="http://schemas.openxmlformats.org/presentationml/2006/main">
  <p:tag name="KSO_WM_DIAGRAM_VIRTUALLY_FRAME" val="{&quot;height&quot;:201.65,&quot;left&quot;:90,&quot;top&quot;:210,&quot;width&quot;:820}"/>
</p:tagLst>
</file>

<file path=ppt/tags/tag7.xml><?xml version="1.0" encoding="utf-8"?>
<p:tagLst xmlns:p="http://schemas.openxmlformats.org/presentationml/2006/main">
  <p:tag name="KSO_WM_DIAGRAM_VIRTUALLY_FRAME" val="{&quot;height&quot;:201.65,&quot;left&quot;:90,&quot;top&quot;:210,&quot;width&quot;:820}"/>
</p:tagLst>
</file>

<file path=ppt/tags/tag8.xml><?xml version="1.0" encoding="utf-8"?>
<p:tagLst xmlns:p="http://schemas.openxmlformats.org/presentationml/2006/main">
  <p:tag name="KSO_WM_DIAGRAM_VIRTUALLY_FRAME" val="{&quot;height&quot;:201.65,&quot;left&quot;:90,&quot;top&quot;:210,&quot;width&quot;:820}"/>
</p:tagLst>
</file>

<file path=ppt/tags/tag9.xml><?xml version="1.0" encoding="utf-8"?>
<p:tagLst xmlns:p="http://schemas.openxmlformats.org/presentationml/2006/main">
  <p:tag name="KSO_WM_DIAGRAM_VIRTUALLY_FRAME" val="{&quot;height&quot;:201.65,&quot;left&quot;:90,&quot;top&quot;:210,&quot;width&quot;:820}"/>
</p:tagLst>
</file>

<file path=ppt/tags/tag10.xml><?xml version="1.0" encoding="utf-8"?>
<p:tagLst xmlns:p="http://schemas.openxmlformats.org/presentationml/2006/main">
  <p:tag name="KSO_WM_DIAGRAM_VIRTUALLY_FRAME" val="{&quot;height&quot;:201.65,&quot;left&quot;:90,&quot;top&quot;:210,&quot;width&quot;:820}"/>
</p:tagLst>
</file>

<file path=ppt/tags/tag11.xml><?xml version="1.0" encoding="utf-8"?>
<p:tagLst xmlns:p="http://schemas.openxmlformats.org/presentationml/2006/main">
  <p:tag name="KSO_WM_DIAGRAM_VIRTUALLY_FRAME" val="{&quot;height&quot;:201.65,&quot;left&quot;:90,&quot;top&quot;:210,&quot;width&quot;:820}"/>
</p:tagLst>
</file>

<file path=ppt/tags/tag12.xml><?xml version="1.0" encoding="utf-8"?>
<p:tagLst xmlns:p="http://schemas.openxmlformats.org/presentationml/2006/main">
  <p:tag name="KSO_WM_DIAGRAM_VIRTUALLY_FRAME" val="{&quot;height&quot;:201.65,&quot;left&quot;:90,&quot;top&quot;:210,&quot;width&quot;:820}"/>
</p:tagLst>
</file>

<file path=ppt/tags/tag13.xml><?xml version="1.0" encoding="utf-8"?>
<p:tagLst xmlns:p="http://schemas.openxmlformats.org/presentationml/2006/main">
  <p:tag name="KSO_WM_DIAGRAM_VIRTUALLY_FRAME" val="{&quot;height&quot;:280,&quot;left&quot;:60,&quot;top&quot;:150,&quot;width&quot;:840}"/>
</p:tagLst>
</file>

<file path=ppt/tags/tag14.xml><?xml version="1.0" encoding="utf-8"?>
<p:tagLst xmlns:p="http://schemas.openxmlformats.org/presentationml/2006/main">
  <p:tag name="KSO_WM_DIAGRAM_VIRTUALLY_FRAME" val="{&quot;height&quot;:280,&quot;left&quot;:60,&quot;top&quot;:150,&quot;width&quot;:840}"/>
</p:tagLst>
</file>

<file path=ppt/tags/tag15.xml><?xml version="1.0" encoding="utf-8"?>
<p:tagLst xmlns:p="http://schemas.openxmlformats.org/presentationml/2006/main">
  <p:tag name="KSO_WM_DIAGRAM_VIRTUALLY_FRAME" val="{&quot;height&quot;:280,&quot;left&quot;:60,&quot;top&quot;:150,&quot;width&quot;:840}"/>
</p:tagLst>
</file>

<file path=ppt/tags/tag16.xml><?xml version="1.0" encoding="utf-8"?>
<p:tagLst xmlns:p="http://schemas.openxmlformats.org/presentationml/2006/main">
  <p:tag name="KSO_WM_DIAGRAM_VIRTUALLY_FRAME" val="{&quot;height&quot;:280,&quot;left&quot;:60,&quot;top&quot;:150,&quot;width&quot;:840}"/>
</p:tagLst>
</file>

<file path=ppt/tags/tag17.xml><?xml version="1.0" encoding="utf-8"?>
<p:tagLst xmlns:p="http://schemas.openxmlformats.org/presentationml/2006/main">
  <p:tag name="KSO_WM_DIAGRAM_VIRTUALLY_FRAME" val="{&quot;height&quot;:280,&quot;left&quot;:60,&quot;top&quot;:150,&quot;width&quot;:840}"/>
</p:tagLst>
</file>

<file path=ppt/tags/tag18.xml><?xml version="1.0" encoding="utf-8"?>
<p:tagLst xmlns:p="http://schemas.openxmlformats.org/presentationml/2006/main">
  <p:tag name="KSO_WM_DIAGRAM_VIRTUALLY_FRAME" val="{&quot;height&quot;:280,&quot;left&quot;:60,&quot;top&quot;:150,&quot;width&quot;:840}"/>
</p:tagLst>
</file>

<file path=ppt/tags/tag19.xml><?xml version="1.0" encoding="utf-8"?>
<p:tagLst xmlns:p="http://schemas.openxmlformats.org/presentationml/2006/main">
  <p:tag name="KSO_WM_DIAGRAM_VIRTUALLY_FRAME" val="{&quot;height&quot;:280,&quot;left&quot;:60,&quot;top&quot;:150,&quot;width&quot;:840}"/>
</p:tagLst>
</file>

<file path=ppt/tags/tag20.xml><?xml version="1.0" encoding="utf-8"?>
<p:tagLst xmlns:p="http://schemas.openxmlformats.org/presentationml/2006/main">
  <p:tag name="KSO_WM_DIAGRAM_VIRTUALLY_FRAME" val="{&quot;height&quot;:280,&quot;left&quot;:60,&quot;top&quot;:150,&quot;width&quot;:840}"/>
</p:tagLst>
</file>

<file path=ppt/tags/tag21.xml><?xml version="1.0" encoding="utf-8"?>
<p:tagLst xmlns:p="http://schemas.openxmlformats.org/presentationml/2006/main">
  <p:tag name="KSO_WM_DIAGRAM_VIRTUALLY_FRAME" val="{&quot;height&quot;:280,&quot;left&quot;:60,&quot;top&quot;:150,&quot;width&quot;:840}"/>
</p:tagLst>
</file>

<file path=ppt/tags/tag22.xml><?xml version="1.0" encoding="utf-8"?>
<p:tagLst xmlns:p="http://schemas.openxmlformats.org/presentationml/2006/main">
  <p:tag name="KSO_WM_DIAGRAM_VIRTUALLY_FRAME" val="{&quot;height&quot;:292,&quot;left&quot;:80,&quot;top&quot;:146,&quot;width&quot;:800}"/>
</p:tagLst>
</file>

<file path=ppt/tags/tag23.xml><?xml version="1.0" encoding="utf-8"?>
<p:tagLst xmlns:p="http://schemas.openxmlformats.org/presentationml/2006/main">
  <p:tag name="KSO_WM_DIAGRAM_VIRTUALLY_FRAME" val="{&quot;height&quot;:292,&quot;left&quot;:80,&quot;top&quot;:146,&quot;width&quot;:800}"/>
</p:tagLst>
</file>

<file path=ppt/tags/tag24.xml><?xml version="1.0" encoding="utf-8"?>
<p:tagLst xmlns:p="http://schemas.openxmlformats.org/presentationml/2006/main">
  <p:tag name="KSO_WM_DIAGRAM_VIRTUALLY_FRAME" val="{&quot;height&quot;:292,&quot;left&quot;:80,&quot;top&quot;:146,&quot;width&quot;:800}"/>
</p:tagLst>
</file>

<file path=ppt/tags/tag25.xml><?xml version="1.0" encoding="utf-8"?>
<p:tagLst xmlns:p="http://schemas.openxmlformats.org/presentationml/2006/main">
  <p:tag name="KSO_WM_DIAGRAM_VIRTUALLY_FRAME" val="{&quot;height&quot;:292,&quot;left&quot;:80,&quot;top&quot;:146,&quot;width&quot;:800}"/>
</p:tagLst>
</file>

<file path=ppt/tags/tag26.xml><?xml version="1.0" encoding="utf-8"?>
<p:tagLst xmlns:p="http://schemas.openxmlformats.org/presentationml/2006/main">
  <p:tag name="KSO_WM_DIAGRAM_VIRTUALLY_FRAME" val="{&quot;height&quot;:292,&quot;left&quot;:80,&quot;top&quot;:146,&quot;width&quot;:800}"/>
</p:tagLst>
</file>

<file path=ppt/tags/tag27.xml><?xml version="1.0" encoding="utf-8"?>
<p:tagLst xmlns:p="http://schemas.openxmlformats.org/presentationml/2006/main">
  <p:tag name="KSO_WM_DIAGRAM_VIRTUALLY_FRAME" val="{&quot;height&quot;:292,&quot;left&quot;:80,&quot;top&quot;:146,&quot;width&quot;:800}"/>
</p:tagLst>
</file>

<file path=ppt/tags/tag28.xml><?xml version="1.0" encoding="utf-8"?>
<p:tagLst xmlns:p="http://schemas.openxmlformats.org/presentationml/2006/main">
  <p:tag name="KSO_WM_DIAGRAM_VIRTUALLY_FRAME" val="{&quot;height&quot;:292,&quot;left&quot;:80,&quot;top&quot;:146,&quot;width&quot;:800}"/>
</p:tagLst>
</file>

<file path=ppt/tags/tag29.xml><?xml version="1.0" encoding="utf-8"?>
<p:tagLst xmlns:p="http://schemas.openxmlformats.org/presentationml/2006/main">
  <p:tag name="KSO_WM_DIAGRAM_VIRTUALLY_FRAME" val="{&quot;height&quot;:292,&quot;left&quot;:80,&quot;top&quot;:146,&quot;width&quot;:800}"/>
</p:tagLst>
</file>

<file path=ppt/tags/tag30.xml><?xml version="1.0" encoding="utf-8"?>
<p:tagLst xmlns:p="http://schemas.openxmlformats.org/presentationml/2006/main">
  <p:tag name="KSO_WM_DIAGRAM_VIRTUALLY_FRAME" val="{&quot;height&quot;:292,&quot;left&quot;:80,&quot;top&quot;:146,&quot;width&quot;:800}"/>
</p:tagLst>
</file>

<file path=ppt/tags/tag31.xml><?xml version="1.0" encoding="utf-8"?>
<p:tagLst xmlns:p="http://schemas.openxmlformats.org/presentationml/2006/main">
  <p:tag name="KSO_WM_DIAGRAM_VIRTUALLY_FRAME" val="{&quot;height&quot;:268,&quot;left&quot;:60,&quot;top&quot;:194,&quot;width&quot;:840}"/>
</p:tagLst>
</file>

<file path=ppt/tags/tag32.xml><?xml version="1.0" encoding="utf-8"?>
<p:tagLst xmlns:p="http://schemas.openxmlformats.org/presentationml/2006/main">
  <p:tag name="KSO_WM_DIAGRAM_VIRTUALLY_FRAME" val="{&quot;height&quot;:268,&quot;left&quot;:60,&quot;top&quot;:194,&quot;width&quot;:840}"/>
</p:tagLst>
</file>

<file path=ppt/tags/tag33.xml><?xml version="1.0" encoding="utf-8"?>
<p:tagLst xmlns:p="http://schemas.openxmlformats.org/presentationml/2006/main">
  <p:tag name="KSO_WM_DIAGRAM_VIRTUALLY_FRAME" val="{&quot;height&quot;:268,&quot;left&quot;:60,&quot;top&quot;:194,&quot;width&quot;:840}"/>
</p:tagLst>
</file>

<file path=ppt/tags/tag34.xml><?xml version="1.0" encoding="utf-8"?>
<p:tagLst xmlns:p="http://schemas.openxmlformats.org/presentationml/2006/main">
  <p:tag name="KSO_WM_DIAGRAM_VIRTUALLY_FRAME" val="{&quot;height&quot;:268,&quot;left&quot;:60,&quot;top&quot;:194,&quot;width&quot;:840}"/>
</p:tagLst>
</file>

<file path=ppt/tags/tag35.xml><?xml version="1.0" encoding="utf-8"?>
<p:tagLst xmlns:p="http://schemas.openxmlformats.org/presentationml/2006/main">
  <p:tag name="KSO_WM_DIAGRAM_VIRTUALLY_FRAME" val="{&quot;height&quot;:268,&quot;left&quot;:60,&quot;top&quot;:194,&quot;width&quot;:840}"/>
</p:tagLst>
</file>

<file path=ppt/tags/tag36.xml><?xml version="1.0" encoding="utf-8"?>
<p:tagLst xmlns:p="http://schemas.openxmlformats.org/presentationml/2006/main">
  <p:tag name="KSO_WM_DIAGRAM_VIRTUALLY_FRAME" val="{&quot;height&quot;:268,&quot;left&quot;:60,&quot;top&quot;:194,&quot;width&quot;:840}"/>
</p:tagLst>
</file>

<file path=ppt/tags/tag37.xml><?xml version="1.0" encoding="utf-8"?>
<p:tagLst xmlns:p="http://schemas.openxmlformats.org/presentationml/2006/main">
  <p:tag name="KSO_WM_DIAGRAM_VIRTUALLY_FRAME" val="{&quot;height&quot;:268,&quot;left&quot;:60,&quot;top&quot;:194,&quot;width&quot;:840}"/>
</p:tagLst>
</file>

<file path=ppt/tags/tag38.xml><?xml version="1.0" encoding="utf-8"?>
<p:tagLst xmlns:p="http://schemas.openxmlformats.org/presentationml/2006/main">
  <p:tag name="KSO_WM_DIAGRAM_VIRTUALLY_FRAME" val="{&quot;height&quot;:268,&quot;left&quot;:60,&quot;top&quot;:194,&quot;width&quot;:840}"/>
</p:tagLst>
</file>

<file path=ppt/tags/tag39.xml><?xml version="1.0" encoding="utf-8"?>
<p:tagLst xmlns:p="http://schemas.openxmlformats.org/presentationml/2006/main">
  <p:tag name="KSO_WM_DIAGRAM_VIRTUALLY_FRAME" val="{&quot;height&quot;:268,&quot;left&quot;:60,&quot;top&quot;:194,&quot;width&quot;:840}"/>
</p:tagLst>
</file>

<file path=ppt/tags/tag40.xml><?xml version="1.0" encoding="utf-8"?>
<p:tagLst xmlns:p="http://schemas.openxmlformats.org/presentationml/2006/main">
  <p:tag name="KSO_WM_DIAGRAM_VIRTUALLY_FRAME" val="{&quot;height&quot;:268,&quot;left&quot;:60,&quot;top&quot;:194,&quot;width&quot;:840}"/>
</p:tagLst>
</file>

<file path=ppt/tags/tag41.xml><?xml version="1.0" encoding="utf-8"?>
<p:tagLst xmlns:p="http://schemas.openxmlformats.org/presentationml/2006/main">
  <p:tag name="KSO_WM_DIAGRAM_VIRTUALLY_FRAME" val="{&quot;height&quot;:268,&quot;left&quot;:60,&quot;top&quot;:194,&quot;width&quot;:840}"/>
</p:tagLst>
</file>

<file path=ppt/tags/tag42.xml><?xml version="1.0" encoding="utf-8"?>
<p:tagLst xmlns:p="http://schemas.openxmlformats.org/presentationml/2006/main">
  <p:tag name="KSO_WM_DIAGRAM_VIRTUALLY_FRAME" val="{&quot;height&quot;:268,&quot;left&quot;:60,&quot;top&quot;:194,&quot;width&quot;:840}"/>
</p:tagLst>
</file>

<file path=ppt/tags/tag43.xml><?xml version="1.0" encoding="utf-8"?>
<p:tagLst xmlns:p="http://schemas.openxmlformats.org/presentationml/2006/main">
  <p:tag name="KSO_WM_DIAGRAM_VIRTUALLY_FRAME" val="{&quot;height&quot;:282,&quot;left&quot;:60,&quot;top&quot;:146,&quot;width&quot;:840}"/>
</p:tagLst>
</file>

<file path=ppt/tags/tag44.xml><?xml version="1.0" encoding="utf-8"?>
<p:tagLst xmlns:p="http://schemas.openxmlformats.org/presentationml/2006/main">
  <p:tag name="KSO_WM_DIAGRAM_VIRTUALLY_FRAME" val="{&quot;height&quot;:282,&quot;left&quot;:60,&quot;top&quot;:146,&quot;width&quot;:840}"/>
</p:tagLst>
</file>

<file path=ppt/tags/tag45.xml><?xml version="1.0" encoding="utf-8"?>
<p:tagLst xmlns:p="http://schemas.openxmlformats.org/presentationml/2006/main">
  <p:tag name="KSO_WM_DIAGRAM_VIRTUALLY_FRAME" val="{&quot;height&quot;:282,&quot;left&quot;:60,&quot;top&quot;:146,&quot;width&quot;:840}"/>
</p:tagLst>
</file>

<file path=ppt/tags/tag46.xml><?xml version="1.0" encoding="utf-8"?>
<p:tagLst xmlns:p="http://schemas.openxmlformats.org/presentationml/2006/main">
  <p:tag name="KSO_WM_DIAGRAM_VIRTUALLY_FRAME" val="{&quot;height&quot;:282,&quot;left&quot;:60,&quot;top&quot;:146,&quot;width&quot;:840}"/>
</p:tagLst>
</file>

<file path=ppt/tags/tag47.xml><?xml version="1.0" encoding="utf-8"?>
<p:tagLst xmlns:p="http://schemas.openxmlformats.org/presentationml/2006/main">
  <p:tag name="KSO_WM_DIAGRAM_VIRTUALLY_FRAME" val="{&quot;height&quot;:282,&quot;left&quot;:60,&quot;top&quot;:146,&quot;width&quot;:840}"/>
</p:tagLst>
</file>

<file path=ppt/tags/tag48.xml><?xml version="1.0" encoding="utf-8"?>
<p:tagLst xmlns:p="http://schemas.openxmlformats.org/presentationml/2006/main">
  <p:tag name="KSO_WM_DIAGRAM_VIRTUALLY_FRAME" val="{&quot;height&quot;:282,&quot;left&quot;:60,&quot;top&quot;:146,&quot;width&quot;:840}"/>
</p:tagLst>
</file>

<file path=ppt/tags/tag49.xml><?xml version="1.0" encoding="utf-8"?>
<p:tagLst xmlns:p="http://schemas.openxmlformats.org/presentationml/2006/main">
  <p:tag name="KSO_WM_DIAGRAM_VIRTUALLY_FRAME" val="{&quot;height&quot;:282,&quot;left&quot;:60,&quot;top&quot;:146,&quot;width&quot;:840}"/>
</p:tagLst>
</file>

<file path=ppt/tags/tag50.xml><?xml version="1.0" encoding="utf-8"?>
<p:tagLst xmlns:p="http://schemas.openxmlformats.org/presentationml/2006/main">
  <p:tag name="KSO_WM_DIAGRAM_VIRTUALLY_FRAME" val="{&quot;height&quot;:282,&quot;left&quot;:60,&quot;top&quot;:146,&quot;width&quot;:840}"/>
</p:tagLst>
</file>

<file path=ppt/tags/tag51.xml><?xml version="1.0" encoding="utf-8"?>
<p:tagLst xmlns:p="http://schemas.openxmlformats.org/presentationml/2006/main">
  <p:tag name="KSO_WM_DIAGRAM_VIRTUALLY_FRAME" val="{&quot;height&quot;:282,&quot;left&quot;:60,&quot;top&quot;:146,&quot;width&quot;:840}"/>
</p:tagLst>
</file>

<file path=ppt/tags/tag52.xml><?xml version="1.0" encoding="utf-8"?>
<p:tagLst xmlns:p="http://schemas.openxmlformats.org/presentationml/2006/main">
  <p:tag name="KSO_WM_DIAGRAM_VIRTUALLY_FRAME" val="{&quot;height&quot;:282,&quot;left&quot;:60,&quot;top&quot;:146,&quot;width&quot;:840}"/>
</p:tagLst>
</file>

<file path=ppt/tags/tag53.xml><?xml version="1.0" encoding="utf-8"?>
<p:tagLst xmlns:p="http://schemas.openxmlformats.org/presentationml/2006/main">
  <p:tag name="KSO_WM_DIAGRAM_VIRTUALLY_FRAME" val="{&quot;height&quot;:282,&quot;left&quot;:60,&quot;top&quot;:146,&quot;width&quot;:840}"/>
</p:tagLst>
</file>

<file path=ppt/tags/tag54.xml><?xml version="1.0" encoding="utf-8"?>
<p:tagLst xmlns:p="http://schemas.openxmlformats.org/presentationml/2006/main">
  <p:tag name="KSO_WM_DIAGRAM_VIRTUALLY_FRAME" val="{&quot;height&quot;:282,&quot;left&quot;:60,&quot;top&quot;:146,&quot;width&quot;:840}"/>
</p:tagLst>
</file>

<file path=ppt/tags/tag55.xml><?xml version="1.0" encoding="utf-8"?>
<p:tagLst xmlns:p="http://schemas.openxmlformats.org/presentationml/2006/main">
  <p:tag name="KSO_WM_DIAGRAM_VIRTUALLY_FRAME" val="{&quot;height&quot;:282,&quot;left&quot;:60,&quot;top&quot;:146,&quot;width&quot;:840}"/>
</p:tagLst>
</file>

<file path=ppt/tags/tag56.xml><?xml version="1.0" encoding="utf-8"?>
<p:tagLst xmlns:p="http://schemas.openxmlformats.org/presentationml/2006/main">
  <p:tag name="KSO_WM_DIAGRAM_VIRTUALLY_FRAME" val="{&quot;height&quot;:282,&quot;left&quot;:60,&quot;top&quot;:146,&quot;width&quot;:840}"/>
</p:tagLst>
</file>

<file path=ppt/tags/tag57.xml><?xml version="1.0" encoding="utf-8"?>
<p:tagLst xmlns:p="http://schemas.openxmlformats.org/presentationml/2006/main">
  <p:tag name="KSO_WM_DIAGRAM_VIRTUALLY_FRAME" val="{&quot;height&quot;:282,&quot;left&quot;:60,&quot;top&quot;:146,&quot;width&quot;:840}"/>
</p:tagLst>
</file>

<file path=ppt/tags/tag58.xml><?xml version="1.0" encoding="utf-8"?>
<p:tagLst xmlns:p="http://schemas.openxmlformats.org/presentationml/2006/main">
  <p:tag name="KSO_WM_DIAGRAM_VIRTUALLY_FRAME" val="{&quot;height&quot;:282,&quot;left&quot;:60,&quot;top&quot;:146,&quot;width&quot;:840}"/>
</p:tagLst>
</file>

<file path=ppt/tags/tag59.xml><?xml version="1.0" encoding="utf-8"?>
<p:tagLst xmlns:p="http://schemas.openxmlformats.org/presentationml/2006/main">
  <p:tag name="KSO_WM_DIAGRAM_VIRTUALLY_FRAME" val="{&quot;height&quot;:320,&quot;left&quot;:60,&quot;top&quot;:150,&quot;width&quot;:840}"/>
</p:tagLst>
</file>

<file path=ppt/tags/tag60.xml><?xml version="1.0" encoding="utf-8"?>
<p:tagLst xmlns:p="http://schemas.openxmlformats.org/presentationml/2006/main">
  <p:tag name="KSO_WM_DIAGRAM_VIRTUALLY_FRAME" val="{&quot;height&quot;:320,&quot;left&quot;:60,&quot;top&quot;:150,&quot;width&quot;:840}"/>
</p:tagLst>
</file>

<file path=ppt/tags/tag61.xml><?xml version="1.0" encoding="utf-8"?>
<p:tagLst xmlns:p="http://schemas.openxmlformats.org/presentationml/2006/main">
  <p:tag name="KSO_WM_DIAGRAM_VIRTUALLY_FRAME" val="{&quot;height&quot;:320,&quot;left&quot;:60,&quot;top&quot;:150,&quot;width&quot;:840}"/>
</p:tagLst>
</file>

<file path=ppt/tags/tag62.xml><?xml version="1.0" encoding="utf-8"?>
<p:tagLst xmlns:p="http://schemas.openxmlformats.org/presentationml/2006/main">
  <p:tag name="KSO_WM_DIAGRAM_VIRTUALLY_FRAME" val="{&quot;height&quot;:320,&quot;left&quot;:60,&quot;top&quot;:150,&quot;width&quot;:840}"/>
</p:tagLst>
</file>

<file path=ppt/tags/tag63.xml><?xml version="1.0" encoding="utf-8"?>
<p:tagLst xmlns:p="http://schemas.openxmlformats.org/presentationml/2006/main">
  <p:tag name="KSO_WM_DIAGRAM_VIRTUALLY_FRAME" val="{&quot;height&quot;:320,&quot;left&quot;:60,&quot;top&quot;:150,&quot;width&quot;:840}"/>
</p:tagLst>
</file>

<file path=ppt/tags/tag64.xml><?xml version="1.0" encoding="utf-8"?>
<p:tagLst xmlns:p="http://schemas.openxmlformats.org/presentationml/2006/main">
  <p:tag name="KSO_WM_DIAGRAM_VIRTUALLY_FRAME" val="{&quot;height&quot;:320,&quot;left&quot;:60,&quot;top&quot;:150,&quot;width&quot;:840}"/>
</p:tagLst>
</file>

<file path=ppt/tags/tag65.xml><?xml version="1.0" encoding="utf-8"?>
<p:tagLst xmlns:p="http://schemas.openxmlformats.org/presentationml/2006/main">
  <p:tag name="KSO_WM_DIAGRAM_VIRTUALLY_FRAME" val="{&quot;height&quot;:320,&quot;left&quot;:60,&quot;top&quot;:146,&quot;width&quot;:840}"/>
</p:tagLst>
</file>

<file path=ppt/tags/tag66.xml><?xml version="1.0" encoding="utf-8"?>
<p:tagLst xmlns:p="http://schemas.openxmlformats.org/presentationml/2006/main">
  <p:tag name="KSO_WM_DIAGRAM_VIRTUALLY_FRAME" val="{&quot;height&quot;:320,&quot;left&quot;:60,&quot;top&quot;:146,&quot;width&quot;:840}"/>
</p:tagLst>
</file>

<file path=ppt/tags/tag67.xml><?xml version="1.0" encoding="utf-8"?>
<p:tagLst xmlns:p="http://schemas.openxmlformats.org/presentationml/2006/main">
  <p:tag name="KSO_WM_DIAGRAM_VIRTUALLY_FRAME" val="{&quot;height&quot;:320,&quot;left&quot;:60,&quot;top&quot;:146,&quot;width&quot;:840}"/>
</p:tagLst>
</file>

<file path=ppt/tags/tag68.xml><?xml version="1.0" encoding="utf-8"?>
<p:tagLst xmlns:p="http://schemas.openxmlformats.org/presentationml/2006/main">
  <p:tag name="KSO_WM_DIAGRAM_VIRTUALLY_FRAME" val="{&quot;height&quot;:320,&quot;left&quot;:60,&quot;top&quot;:146,&quot;width&quot;:840}"/>
</p:tagLst>
</file>

<file path=ppt/tags/tag69.xml><?xml version="1.0" encoding="utf-8"?>
<p:tagLst xmlns:p="http://schemas.openxmlformats.org/presentationml/2006/main">
  <p:tag name="KSO_WM_DIAGRAM_VIRTUALLY_FRAME" val="{&quot;height&quot;:320,&quot;left&quot;:60,&quot;top&quot;:146,&quot;width&quot;:840}"/>
</p:tagLst>
</file>

<file path=ppt/tags/tag70.xml><?xml version="1.0" encoding="utf-8"?>
<p:tagLst xmlns:p="http://schemas.openxmlformats.org/presentationml/2006/main">
  <p:tag name="KSO_WM_DIAGRAM_VIRTUALLY_FRAME" val="{&quot;height&quot;:320,&quot;left&quot;:60,&quot;top&quot;:146,&quot;width&quot;:840}"/>
</p:tagLst>
</file>

<file path=ppt/tags/tag71.xml><?xml version="1.0" encoding="utf-8"?>
<p:tagLst xmlns:p="http://schemas.openxmlformats.org/presentationml/2006/main">
  <p:tag name="KSO_WM_DIAGRAM_VIRTUALLY_FRAME" val="{&quot;height&quot;:320,&quot;left&quot;:60,&quot;top&quot;:146,&quot;width&quot;:840}"/>
</p:tagLst>
</file>

<file path=ppt/tags/tag72.xml><?xml version="1.0" encoding="utf-8"?>
<p:tagLst xmlns:p="http://schemas.openxmlformats.org/presentationml/2006/main">
  <p:tag name="KSO_WM_DIAGRAM_VIRTUALLY_FRAME" val="{&quot;height&quot;:320,&quot;left&quot;:60,&quot;top&quot;:146,&quot;width&quot;:840}"/>
</p:tagLst>
</file>

<file path=ppt/tags/tag73.xml><?xml version="1.0" encoding="utf-8"?>
<p:tagLst xmlns:p="http://schemas.openxmlformats.org/presentationml/2006/main">
  <p:tag name="KSO_WM_DIAGRAM_VIRTUALLY_FRAME" val="{&quot;height&quot;:320,&quot;left&quot;:60,&quot;top&quot;:146,&quot;width&quot;:840}"/>
</p:tagLst>
</file>

<file path=ppt/tags/tag74.xml><?xml version="1.0" encoding="utf-8"?>
<p:tagLst xmlns:p="http://schemas.openxmlformats.org/presentationml/2006/main">
  <p:tag name="KSO_WM_DIAGRAM_VIRTUALLY_FRAME" val="{&quot;height&quot;:320,&quot;left&quot;:60,&quot;top&quot;:146,&quot;width&quot;:840}"/>
</p:tagLst>
</file>

<file path=ppt/tags/tag75.xml><?xml version="1.0" encoding="utf-8"?>
<p:tagLst xmlns:p="http://schemas.openxmlformats.org/presentationml/2006/main">
  <p:tag name="KSO_WM_DIAGRAM_VIRTUALLY_FRAME" val="{&quot;height&quot;:320,&quot;left&quot;:60,&quot;top&quot;:146,&quot;width&quot;:840}"/>
</p:tagLst>
</file>

<file path=ppt/tags/tag76.xml><?xml version="1.0" encoding="utf-8"?>
<p:tagLst xmlns:p="http://schemas.openxmlformats.org/presentationml/2006/main">
  <p:tag name="KSO_WM_DIAGRAM_VIRTUALLY_FRAME" val="{&quot;height&quot;:320,&quot;left&quot;:60,&quot;top&quot;:146,&quot;width&quot;:840}"/>
</p:tagLst>
</file>

<file path=ppt/tags/tag77.xml><?xml version="1.0" encoding="utf-8"?>
<p:tagLst xmlns:p="http://schemas.openxmlformats.org/presentationml/2006/main">
  <p:tag name="KSO_WM_DIAGRAM_VIRTUALLY_FRAME" val="{&quot;height&quot;:320,&quot;left&quot;:60,&quot;top&quot;:146,&quot;width&quot;:840}"/>
</p:tagLst>
</file>

<file path=ppt/tags/tag78.xml><?xml version="1.0" encoding="utf-8"?>
<p:tagLst xmlns:p="http://schemas.openxmlformats.org/presentationml/2006/main">
  <p:tag name="KSO_WM_DIAGRAM_VIRTUALLY_FRAME" val="{&quot;height&quot;:320,&quot;left&quot;:60,&quot;top&quot;:146,&quot;width&quot;:840}"/>
</p:tagLst>
</file>

<file path=ppt/tags/tag79.xml><?xml version="1.0" encoding="utf-8"?>
<p:tagLst xmlns:p="http://schemas.openxmlformats.org/presentationml/2006/main">
  <p:tag name="KSO_WM_DIAGRAM_VIRTUALLY_FRAME" val="{&quot;height&quot;:320,&quot;left&quot;:60,&quot;top&quot;:146,&quot;width&quot;:840}"/>
</p:tagLst>
</file>

<file path=ppt/tags/tag80.xml><?xml version="1.0" encoding="utf-8"?>
<p:tagLst xmlns:p="http://schemas.openxmlformats.org/presentationml/2006/main">
  <p:tag name="KSO_WM_DIAGRAM_VIRTUALLY_FRAME" val="{&quot;height&quot;:320,&quot;left&quot;:60,&quot;top&quot;:146,&quot;width&quot;:840}"/>
</p:tagLst>
</file>

<file path=ppt/tags/tag81.xml><?xml version="1.0" encoding="utf-8"?>
<p:tagLst xmlns:p="http://schemas.openxmlformats.org/presentationml/2006/main">
  <p:tag name="KSO_WM_DIAGRAM_VIRTUALLY_FRAME" val="{&quot;height&quot;:320,&quot;left&quot;:60,&quot;top&quot;:146,&quot;width&quot;:840}"/>
</p:tagLst>
</file>

<file path=ppt/tags/tag82.xml><?xml version="1.0" encoding="utf-8"?>
<p:tagLst xmlns:p="http://schemas.openxmlformats.org/presentationml/2006/main">
  <p:tag name="KSO_WM_DIAGRAM_VIRTUALLY_FRAME" val="{&quot;height&quot;:320,&quot;left&quot;:60,&quot;top&quot;:146,&quot;width&quot;:840}"/>
</p:tagLst>
</file>

<file path=ppt/tags/tag83.xml><?xml version="1.0" encoding="utf-8"?>
<p:tagLst xmlns:p="http://schemas.openxmlformats.org/presentationml/2006/main">
  <p:tag name="KSO_WM_DIAGRAM_VIRTUALLY_FRAME" val="{&quot;height&quot;:250,&quot;left&quot;:70,&quot;top&quot;:180,&quot;width&quot;:820}"/>
</p:tagLst>
</file>

<file path=ppt/tags/tag84.xml><?xml version="1.0" encoding="utf-8"?>
<p:tagLst xmlns:p="http://schemas.openxmlformats.org/presentationml/2006/main">
  <p:tag name="KSO_WM_DIAGRAM_VIRTUALLY_FRAME" val="{&quot;height&quot;:250,&quot;left&quot;:70,&quot;top&quot;:180,&quot;width&quot;:820}"/>
</p:tagLst>
</file>

<file path=ppt/tags/tag85.xml><?xml version="1.0" encoding="utf-8"?>
<p:tagLst xmlns:p="http://schemas.openxmlformats.org/presentationml/2006/main">
  <p:tag name="KSO_WM_DIAGRAM_VIRTUALLY_FRAME" val="{&quot;height&quot;:250,&quot;left&quot;:70,&quot;top&quot;:180,&quot;width&quot;:820}"/>
</p:tagLst>
</file>

<file path=ppt/tags/tag86.xml><?xml version="1.0" encoding="utf-8"?>
<p:tagLst xmlns:p="http://schemas.openxmlformats.org/presentationml/2006/main">
  <p:tag name="KSO_WM_DIAGRAM_VIRTUALLY_FRAME" val="{&quot;height&quot;:250,&quot;left&quot;:70,&quot;top&quot;:180,&quot;width&quot;:820}"/>
</p:tagLst>
</file>

<file path=ppt/tags/tag87.xml><?xml version="1.0" encoding="utf-8"?>
<p:tagLst xmlns:p="http://schemas.openxmlformats.org/presentationml/2006/main">
  <p:tag name="KSO_WM_DIAGRAM_VIRTUALLY_FRAME" val="{&quot;height&quot;:250,&quot;left&quot;:70,&quot;top&quot;:180,&quot;width&quot;:820}"/>
</p:tagLst>
</file>

<file path=ppt/tags/tag88.xml><?xml version="1.0" encoding="utf-8"?>
<p:tagLst xmlns:p="http://schemas.openxmlformats.org/presentationml/2006/main">
  <p:tag name="KSO_WM_DIAGRAM_VIRTUALLY_FRAME" val="{&quot;height&quot;:250,&quot;left&quot;:70,&quot;top&quot;:180,&quot;width&quot;:820}"/>
</p:tagLst>
</file>

<file path=ppt/tags/tag89.xml><?xml version="1.0" encoding="utf-8"?>
<p:tagLst xmlns:p="http://schemas.openxmlformats.org/presentationml/2006/main">
  <p:tag name="KSO_WM_DIAGRAM_VIRTUALLY_FRAME" val="{&quot;height&quot;:250,&quot;left&quot;:70,&quot;top&quot;:180,&quot;width&quot;:820}"/>
</p:tagLst>
</file>

<file path=ppt/tags/tag90.xml><?xml version="1.0" encoding="utf-8"?>
<p:tagLst xmlns:p="http://schemas.openxmlformats.org/presentationml/2006/main">
  <p:tag name="KSO_WM_DIAGRAM_VIRTUALLY_FRAME" val="{&quot;height&quot;:250,&quot;left&quot;:70,&quot;top&quot;:180,&quot;width&quot;:820}"/>
</p:tagLst>
</file>

<file path=ppt/tags/tag91.xml><?xml version="1.0" encoding="utf-8"?>
<p:tagLst xmlns:p="http://schemas.openxmlformats.org/presentationml/2006/main">
  <p:tag name="KSO_WM_DIAGRAM_VIRTUALLY_FRAME" val="{&quot;height&quot;:250,&quot;left&quot;:70,&quot;top&quot;:180,&quot;width&quot;:82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自定义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4285</Words>
  <Application>WPS 演示</Application>
  <PresentationFormat/>
  <Paragraphs>696</Paragraphs>
  <Slides>28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28</vt:i4>
      </vt:variant>
    </vt:vector>
  </HeadingPairs>
  <TitlesOfParts>
    <vt:vector size="47" baseType="lpstr">
      <vt:lpstr>Arial</vt:lpstr>
      <vt:lpstr>宋体</vt:lpstr>
      <vt:lpstr>Wingdings</vt:lpstr>
      <vt:lpstr>Arial</vt:lpstr>
      <vt:lpstr>Noto Sans SC</vt:lpstr>
      <vt:lpstr>等线 Light</vt:lpstr>
      <vt:lpstr>思源黑体 CN Normal</vt:lpstr>
      <vt:lpstr>黑体</vt:lpstr>
      <vt:lpstr>等线</vt:lpstr>
      <vt:lpstr>汉仪雅酷黑 75W</vt:lpstr>
      <vt:lpstr>微软雅黑</vt:lpstr>
      <vt:lpstr>华文中宋</vt:lpstr>
      <vt:lpstr>Times New Roman</vt:lpstr>
      <vt:lpstr>Arial Unicode MS</vt:lpstr>
      <vt:lpstr>Office 主题​​</vt:lpstr>
      <vt:lpstr>Office 主题​​</vt:lpstr>
      <vt:lpstr>自定义主题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十三</cp:lastModifiedBy>
  <cp:revision>1</cp:revision>
  <dcterms:created xsi:type="dcterms:W3CDTF">2026-10-13T12:32:29Z</dcterms:created>
  <dcterms:modified xsi:type="dcterms:W3CDTF">2026-10-13T12:32:29Z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EEE8AB036632468F898EF97F6C655645_13</vt:lpwstr>
  </property>
</Properties>
</file>